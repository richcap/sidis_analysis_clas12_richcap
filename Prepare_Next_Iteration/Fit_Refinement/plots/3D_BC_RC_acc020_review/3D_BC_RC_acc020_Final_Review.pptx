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slideMasters/slideMaster271.xml" ContentType="application/vnd.openxmlformats-officedocument.presentationml.slideMaster+xml"/>
  <Override PartName="/ppt/slides/slide271.xml" ContentType="application/vnd.openxmlformats-officedocument.presentationml.slide+xml"/>
  <Override PartName="/ppt/slideMasters/slideMaster272.xml" ContentType="application/vnd.openxmlformats-officedocument.presentationml.slideMaster+xml"/>
  <Override PartName="/ppt/slides/slide272.xml" ContentType="application/vnd.openxmlformats-officedocument.presentationml.slide+xml"/>
  <Override PartName="/ppt/slideMasters/slideMaster273.xml" ContentType="application/vnd.openxmlformats-officedocument.presentationml.slideMaster+xml"/>
  <Override PartName="/ppt/slides/slide273.xml" ContentType="application/vnd.openxmlformats-officedocument.presentationml.slide+xml"/>
  <Override PartName="/ppt/slideMasters/slideMaster274.xml" ContentType="application/vnd.openxmlformats-officedocument.presentationml.slideMaster+xml"/>
  <Override PartName="/ppt/slides/slide274.xml" ContentType="application/vnd.openxmlformats-officedocument.presentationml.slide+xml"/>
  <Override PartName="/ppt/slideMasters/slideMaster275.xml" ContentType="application/vnd.openxmlformats-officedocument.presentationml.slideMaster+xml"/>
  <Override PartName="/ppt/slides/slide275.xml" ContentType="application/vnd.openxmlformats-officedocument.presentationml.slide+xml"/>
  <Override PartName="/ppt/slideMasters/slideMaster276.xml" ContentType="application/vnd.openxmlformats-officedocument.presentationml.slideMaster+xml"/>
  <Override PartName="/ppt/slides/slide276.xml" ContentType="application/vnd.openxmlformats-officedocument.presentationml.slide+xml"/>
  <Override PartName="/ppt/slideMasters/slideMaster277.xml" ContentType="application/vnd.openxmlformats-officedocument.presentationml.slideMaster+xml"/>
  <Override PartName="/ppt/slides/slide277.xml" ContentType="application/vnd.openxmlformats-officedocument.presentationml.slide+xml"/>
  <Override PartName="/ppt/slideMasters/slideMaster278.xml" ContentType="application/vnd.openxmlformats-officedocument.presentationml.slideMaster+xml"/>
  <Override PartName="/ppt/slides/slide278.xml" ContentType="application/vnd.openxmlformats-officedocument.presentationml.slide+xml"/>
  <Override PartName="/ppt/slideMasters/slideMaster279.xml" ContentType="application/vnd.openxmlformats-officedocument.presentationml.slideMaster+xml"/>
  <Override PartName="/ppt/slides/slide279.xml" ContentType="application/vnd.openxmlformats-officedocument.presentationml.slide+xml"/>
  <Override PartName="/ppt/slideMasters/slideMaster280.xml" ContentType="application/vnd.openxmlformats-officedocument.presentationml.slideMaster+xml"/>
  <Override PartName="/ppt/slides/slide280.xml" ContentType="application/vnd.openxmlformats-officedocument.presentationml.slide+xml"/>
  <Override PartName="/ppt/slideMasters/slideMaster281.xml" ContentType="application/vnd.openxmlformats-officedocument.presentationml.slideMaster+xml"/>
  <Override PartName="/ppt/slides/slide281.xml" ContentType="application/vnd.openxmlformats-officedocument.presentationml.slide+xml"/>
  <Override PartName="/ppt/slideMasters/slideMaster282.xml" ContentType="application/vnd.openxmlformats-officedocument.presentationml.slideMaster+xml"/>
  <Override PartName="/ppt/slides/slide282.xml" ContentType="application/vnd.openxmlformats-officedocument.presentationml.slide+xml"/>
  <Override PartName="/ppt/slideMasters/slideMaster283.xml" ContentType="application/vnd.openxmlformats-officedocument.presentationml.slideMaster+xml"/>
  <Override PartName="/ppt/slides/slide283.xml" ContentType="application/vnd.openxmlformats-officedocument.presentationml.slide+xml"/>
  <Override PartName="/ppt/slideMasters/slideMaster284.xml" ContentType="application/vnd.openxmlformats-officedocument.presentationml.slideMaster+xml"/>
  <Override PartName="/ppt/slides/slide284.xml" ContentType="application/vnd.openxmlformats-officedocument.presentationml.slide+xml"/>
  <Override PartName="/ppt/slideMasters/slideMaster285.xml" ContentType="application/vnd.openxmlformats-officedocument.presentationml.slideMaster+xml"/>
  <Override PartName="/ppt/slides/slide285.xml" ContentType="application/vnd.openxmlformats-officedocument.presentationml.slide+xml"/>
  <Override PartName="/ppt/slideMasters/slideMaster286.xml" ContentType="application/vnd.openxmlformats-officedocument.presentationml.slideMaster+xml"/>
  <Override PartName="/ppt/slides/slide286.xml" ContentType="application/vnd.openxmlformats-officedocument.presentationml.slide+xml"/>
  <Override PartName="/ppt/slideMasters/slideMaster287.xml" ContentType="application/vnd.openxmlformats-officedocument.presentationml.slideMaster+xml"/>
  <Override PartName="/ppt/slides/slide287.xml" ContentType="application/vnd.openxmlformats-officedocument.presentationml.slide+xml"/>
  <Override PartName="/ppt/slideMasters/slideMaster288.xml" ContentType="application/vnd.openxmlformats-officedocument.presentationml.slideMaster+xml"/>
  <Override PartName="/ppt/slides/slide288.xml" ContentType="application/vnd.openxmlformats-officedocument.presentationml.slide+xml"/>
  <Override PartName="/ppt/slideMasters/slideMaster289.xml" ContentType="application/vnd.openxmlformats-officedocument.presentationml.slideMaster+xml"/>
  <Override PartName="/ppt/slides/slide289.xml" ContentType="application/vnd.openxmlformats-officedocument.presentationml.slide+xml"/>
  <Override PartName="/ppt/slideMasters/slideMaster290.xml" ContentType="application/vnd.openxmlformats-officedocument.presentationml.slideMaster+xml"/>
  <Override PartName="/ppt/slides/slide290.xml" ContentType="application/vnd.openxmlformats-officedocument.presentationml.slide+xml"/>
  <Override PartName="/ppt/slideMasters/slideMaster291.xml" ContentType="application/vnd.openxmlformats-officedocument.presentationml.slideMaster+xml"/>
  <Override PartName="/ppt/slides/slide291.xml" ContentType="application/vnd.openxmlformats-officedocument.presentationml.slide+xml"/>
  <Override PartName="/ppt/slideMasters/slideMaster292.xml" ContentType="application/vnd.openxmlformats-officedocument.presentationml.slideMaster+xml"/>
  <Override PartName="/ppt/slides/slide292.xml" ContentType="application/vnd.openxmlformats-officedocument.presentationml.slide+xml"/>
  <Override PartName="/ppt/slideMasters/slideMaster293.xml" ContentType="application/vnd.openxmlformats-officedocument.presentationml.slideMaster+xml"/>
  <Override PartName="/ppt/slides/slide293.xml" ContentType="application/vnd.openxmlformats-officedocument.presentationml.slide+xml"/>
  <Override PartName="/ppt/slideMasters/slideMaster294.xml" ContentType="application/vnd.openxmlformats-officedocument.presentationml.slideMaster+xml"/>
  <Override PartName="/ppt/slides/slide294.xml" ContentType="application/vnd.openxmlformats-officedocument.presentationml.slide+xml"/>
  <Override PartName="/ppt/slideMasters/slideMaster295.xml" ContentType="application/vnd.openxmlformats-officedocument.presentationml.slideMaster+xml"/>
  <Override PartName="/ppt/slides/slide295.xml" ContentType="application/vnd.openxmlformats-officedocument.presentationml.slide+xml"/>
  <Override PartName="/ppt/slideMasters/slideMaster296.xml" ContentType="application/vnd.openxmlformats-officedocument.presentationml.slideMaster+xml"/>
  <Override PartName="/ppt/slides/slide296.xml" ContentType="application/vnd.openxmlformats-officedocument.presentationml.slide+xml"/>
  <Override PartName="/ppt/slideMasters/slideMaster297.xml" ContentType="application/vnd.openxmlformats-officedocument.presentationml.slideMaster+xml"/>
  <Override PartName="/ppt/slides/slide297.xml" ContentType="application/vnd.openxmlformats-officedocument.presentationml.slide+xml"/>
  <Override PartName="/ppt/slideMasters/slideMaster298.xml" ContentType="application/vnd.openxmlformats-officedocument.presentationml.slideMaster+xml"/>
  <Override PartName="/ppt/slides/slide298.xml" ContentType="application/vnd.openxmlformats-officedocument.presentationml.slide+xml"/>
  <Override PartName="/ppt/slideMasters/slideMaster299.xml" ContentType="application/vnd.openxmlformats-officedocument.presentationml.slideMaster+xml"/>
  <Override PartName="/ppt/slides/slide299.xml" ContentType="application/vnd.openxmlformats-officedocument.presentationml.slide+xml"/>
  <Override PartName="/ppt/slideMasters/slideMaster300.xml" ContentType="application/vnd.openxmlformats-officedocument.presentationml.slideMaster+xml"/>
  <Override PartName="/ppt/slides/slide300.xml" ContentType="application/vnd.openxmlformats-officedocument.presentationml.slide+xml"/>
  <Override PartName="/ppt/slideMasters/slideMaster301.xml" ContentType="application/vnd.openxmlformats-officedocument.presentationml.slideMaster+xml"/>
  <Override PartName="/ppt/slides/slide301.xml" ContentType="application/vnd.openxmlformats-officedocument.presentationml.slide+xml"/>
  <Override PartName="/ppt/slideMasters/slideMaster302.xml" ContentType="application/vnd.openxmlformats-officedocument.presentationml.slideMaster+xml"/>
  <Override PartName="/ppt/slides/slide302.xml" ContentType="application/vnd.openxmlformats-officedocument.presentationml.slide+xml"/>
  <Override PartName="/ppt/slideMasters/slideMaster303.xml" ContentType="application/vnd.openxmlformats-officedocument.presentationml.slideMaster+xml"/>
  <Override PartName="/ppt/slides/slide303.xml" ContentType="application/vnd.openxmlformats-officedocument.presentationml.slide+xml"/>
  <Override PartName="/ppt/slideMasters/slideMaster304.xml" ContentType="application/vnd.openxmlformats-officedocument.presentationml.slideMaster+xml"/>
  <Override PartName="/ppt/slides/slide304.xml" ContentType="application/vnd.openxmlformats-officedocument.presentationml.slide+xml"/>
  <Override PartName="/ppt/slideMasters/slideMaster305.xml" ContentType="application/vnd.openxmlformats-officedocument.presentationml.slideMaster+xml"/>
  <Override PartName="/ppt/slides/slide305.xml" ContentType="application/vnd.openxmlformats-officedocument.presentationml.slide+xml"/>
  <Override PartName="/ppt/slideMasters/slideMaster306.xml" ContentType="application/vnd.openxmlformats-officedocument.presentationml.slideMaster+xml"/>
  <Override PartName="/ppt/slides/slide306.xml" ContentType="application/vnd.openxmlformats-officedocument.presentationml.slide+xml"/>
  <Override PartName="/ppt/slideMasters/slideMaster307.xml" ContentType="application/vnd.openxmlformats-officedocument.presentationml.slideMaster+xml"/>
  <Override PartName="/ppt/slides/slide307.xml" ContentType="application/vnd.openxmlformats-officedocument.presentationml.slide+xml"/>
  <Override PartName="/ppt/slideMasters/slideMaster308.xml" ContentType="application/vnd.openxmlformats-officedocument.presentationml.slideMaster+xml"/>
  <Override PartName="/ppt/slides/slide308.xml" ContentType="application/vnd.openxmlformats-officedocument.presentationml.slide+xml"/>
  <Override PartName="/ppt/slideMasters/slideMaster309.xml" ContentType="application/vnd.openxmlformats-officedocument.presentationml.slideMaster+xml"/>
  <Override PartName="/ppt/slides/slide309.xml" ContentType="application/vnd.openxmlformats-officedocument.presentationml.slide+xml"/>
  <Override PartName="/ppt/slideMasters/slideMaster310.xml" ContentType="application/vnd.openxmlformats-officedocument.presentationml.slideMaster+xml"/>
  <Override PartName="/ppt/slides/slide310.xml" ContentType="application/vnd.openxmlformats-officedocument.presentationml.slide+xml"/>
  <Override PartName="/ppt/slideMasters/slideMaster311.xml" ContentType="application/vnd.openxmlformats-officedocument.presentationml.slideMaster+xml"/>
  <Override PartName="/ppt/slides/slide311.xml" ContentType="application/vnd.openxmlformats-officedocument.presentationml.slide+xml"/>
  <Override PartName="/ppt/slideMasters/slideMaster312.xml" ContentType="application/vnd.openxmlformats-officedocument.presentationml.slideMaster+xml"/>
  <Override PartName="/ppt/slides/slide312.xml" ContentType="application/vnd.openxmlformats-officedocument.presentationml.slide+xml"/>
  <Override PartName="/ppt/slideMasters/slideMaster313.xml" ContentType="application/vnd.openxmlformats-officedocument.presentationml.slideMaster+xml"/>
  <Override PartName="/ppt/slides/slide313.xml" ContentType="application/vnd.openxmlformats-officedocument.presentationml.slide+xml"/>
  <Override PartName="/ppt/slideMasters/slideMaster314.xml" ContentType="application/vnd.openxmlformats-officedocument.presentationml.slideMaster+xml"/>
  <Override PartName="/ppt/slides/slide314.xml" ContentType="application/vnd.openxmlformats-officedocument.presentationml.slide+xml"/>
  <Override PartName="/ppt/slideMasters/slideMaster315.xml" ContentType="application/vnd.openxmlformats-officedocument.presentationml.slideMaster+xml"/>
  <Override PartName="/ppt/slides/slide315.xml" ContentType="application/vnd.openxmlformats-officedocument.presentationml.slide+xml"/>
  <Override PartName="/ppt/slideMasters/slideMaster316.xml" ContentType="application/vnd.openxmlformats-officedocument.presentationml.slideMaster+xml"/>
  <Override PartName="/ppt/slides/slide316.xml" ContentType="application/vnd.openxmlformats-officedocument.presentationml.slide+xml"/>
  <Override PartName="/ppt/slideMasters/slideMaster317.xml" ContentType="application/vnd.openxmlformats-officedocument.presentationml.slideMaster+xml"/>
  <Override PartName="/ppt/slides/slide317.xml" ContentType="application/vnd.openxmlformats-officedocument.presentationml.slide+xml"/>
  <Override PartName="/ppt/slideMasters/slideMaster318.xml" ContentType="application/vnd.openxmlformats-officedocument.presentationml.slideMaster+xml"/>
  <Override PartName="/ppt/slides/slide318.xml" ContentType="application/vnd.openxmlformats-officedocument.presentationml.slide+xml"/>
  <Override PartName="/ppt/slideMasters/slideMaster319.xml" ContentType="application/vnd.openxmlformats-officedocument.presentationml.slideMaster+xml"/>
  <Override PartName="/ppt/slides/slide319.xml" ContentType="application/vnd.openxmlformats-officedocument.presentationml.slide+xml"/>
  <Override PartName="/ppt/slideMasters/slideMaster320.xml" ContentType="application/vnd.openxmlformats-officedocument.presentationml.slideMaster+xml"/>
  <Override PartName="/ppt/slides/slide320.xml" ContentType="application/vnd.openxmlformats-officedocument.presentationml.slide+xml"/>
  <Override PartName="/ppt/slideMasters/slideMaster321.xml" ContentType="application/vnd.openxmlformats-officedocument.presentationml.slideMaster+xml"/>
  <Override PartName="/ppt/slides/slide321.xml" ContentType="application/vnd.openxmlformats-officedocument.presentationml.slide+xml"/>
  <Override PartName="/ppt/slideMasters/slideMaster322.xml" ContentType="application/vnd.openxmlformats-officedocument.presentationml.slideMaster+xml"/>
  <Override PartName="/ppt/slides/slide322.xml" ContentType="application/vnd.openxmlformats-officedocument.presentationml.slide+xml"/>
  <Override PartName="/ppt/slideMasters/slideMaster323.xml" ContentType="application/vnd.openxmlformats-officedocument.presentationml.slideMaster+xml"/>
  <Override PartName="/ppt/slides/slide323.xml" ContentType="application/vnd.openxmlformats-officedocument.presentationml.slide+xml"/>
  <Override PartName="/ppt/slideMasters/slideMaster324.xml" ContentType="application/vnd.openxmlformats-officedocument.presentationml.slideMaster+xml"/>
  <Override PartName="/ppt/slides/slide324.xml" ContentType="application/vnd.openxmlformats-officedocument.presentationml.slide+xml"/>
  <Override PartName="/ppt/slideMasters/slideMaster325.xml" ContentType="application/vnd.openxmlformats-officedocument.presentationml.slideMaster+xml"/>
  <Override PartName="/ppt/slides/slide325.xml" ContentType="application/vnd.openxmlformats-officedocument.presentationml.slide+xml"/>
  <Override PartName="/ppt/slideMasters/slideMaster326.xml" ContentType="application/vnd.openxmlformats-officedocument.presentationml.slideMaster+xml"/>
  <Override PartName="/ppt/slides/slide326.xml" ContentType="application/vnd.openxmlformats-officedocument.presentationml.slide+xml"/>
  <Override PartName="/ppt/slideMasters/slideMaster327.xml" ContentType="application/vnd.openxmlformats-officedocument.presentationml.slideMaster+xml"/>
  <Override PartName="/ppt/slides/slide327.xml" ContentType="application/vnd.openxmlformats-officedocument.presentationml.slide+xml"/>
  <Override PartName="/ppt/slideMasters/slideMaster328.xml" ContentType="application/vnd.openxmlformats-officedocument.presentationml.slideMaster+xml"/>
  <Override PartName="/ppt/slides/slide328.xml" ContentType="application/vnd.openxmlformats-officedocument.presentationml.slide+xml"/>
  <Override PartName="/ppt/slideMasters/slideMaster329.xml" ContentType="application/vnd.openxmlformats-officedocument.presentationml.slideMaster+xml"/>
  <Override PartName="/ppt/slides/slide329.xml" ContentType="application/vnd.openxmlformats-officedocument.presentationml.slide+xml"/>
  <Override PartName="/ppt/slideMasters/slideMaster330.xml" ContentType="application/vnd.openxmlformats-officedocument.presentationml.slideMaster+xml"/>
  <Override PartName="/ppt/slides/slide330.xml" ContentType="application/vnd.openxmlformats-officedocument.presentationml.slide+xml"/>
  <Override PartName="/ppt/slideMasters/slideMaster331.xml" ContentType="application/vnd.openxmlformats-officedocument.presentationml.slideMaster+xml"/>
  <Override PartName="/ppt/slides/slide331.xml" ContentType="application/vnd.openxmlformats-officedocument.presentationml.slide+xml"/>
  <Override PartName="/ppt/slideMasters/slideMaster332.xml" ContentType="application/vnd.openxmlformats-officedocument.presentationml.slideMaster+xml"/>
  <Override PartName="/ppt/slides/slide332.xml" ContentType="application/vnd.openxmlformats-officedocument.presentationml.slide+xml"/>
  <Override PartName="/ppt/slideMasters/slideMaster333.xml" ContentType="application/vnd.openxmlformats-officedocument.presentationml.slideMaster+xml"/>
  <Override PartName="/ppt/slides/slide333.xml" ContentType="application/vnd.openxmlformats-officedocument.presentationml.slide+xml"/>
  <Override PartName="/ppt/slideMasters/slideMaster334.xml" ContentType="application/vnd.openxmlformats-officedocument.presentationml.slideMaster+xml"/>
  <Override PartName="/ppt/slides/slide334.xml" ContentType="application/vnd.openxmlformats-officedocument.presentationml.slide+xml"/>
  <Override PartName="/ppt/slideMasters/slideMaster335.xml" ContentType="application/vnd.openxmlformats-officedocument.presentationml.slideMaster+xml"/>
  <Override PartName="/ppt/slides/slide335.xml" ContentType="application/vnd.openxmlformats-officedocument.presentationml.slide+xml"/>
  <Override PartName="/ppt/slideMasters/slideMaster336.xml" ContentType="application/vnd.openxmlformats-officedocument.presentationml.slideMaster+xml"/>
  <Override PartName="/ppt/slides/slide336.xml" ContentType="application/vnd.openxmlformats-officedocument.presentationml.slide+xml"/>
  <Override PartName="/ppt/slideMasters/slideMaster337.xml" ContentType="application/vnd.openxmlformats-officedocument.presentationml.slideMaster+xml"/>
  <Override PartName="/ppt/slides/slide337.xml" ContentType="application/vnd.openxmlformats-officedocument.presentationml.slide+xml"/>
  <Override PartName="/ppt/slideMasters/slideMaster338.xml" ContentType="application/vnd.openxmlformats-officedocument.presentationml.slideMaster+xml"/>
  <Override PartName="/ppt/slides/slide338.xml" ContentType="application/vnd.openxmlformats-officedocument.presentationml.slide+xml"/>
  <Override PartName="/ppt/slideMasters/slideMaster339.xml" ContentType="application/vnd.openxmlformats-officedocument.presentationml.slideMaster+xml"/>
  <Override PartName="/ppt/slides/slide339.xml" ContentType="application/vnd.openxmlformats-officedocument.presentationml.slide+xml"/>
  <Override PartName="/ppt/slideMasters/slideMaster340.xml" ContentType="application/vnd.openxmlformats-officedocument.presentationml.slideMaster+xml"/>
  <Override PartName="/ppt/slides/slide340.xml" ContentType="application/vnd.openxmlformats-officedocument.presentationml.slide+xml"/>
  <Override PartName="/ppt/slideMasters/slideMaster341.xml" ContentType="application/vnd.openxmlformats-officedocument.presentationml.slideMaster+xml"/>
  <Override PartName="/ppt/slides/slide341.xml" ContentType="application/vnd.openxmlformats-officedocument.presentationml.slide+xml"/>
  <Override PartName="/ppt/slideMasters/slideMaster342.xml" ContentType="application/vnd.openxmlformats-officedocument.presentationml.slideMaster+xml"/>
  <Override PartName="/ppt/slides/slide342.xml" ContentType="application/vnd.openxmlformats-officedocument.presentationml.slide+xml"/>
  <Override PartName="/ppt/slideMasters/slideMaster343.xml" ContentType="application/vnd.openxmlformats-officedocument.presentationml.slideMaster+xml"/>
  <Override PartName="/ppt/slides/slide343.xml" ContentType="application/vnd.openxmlformats-officedocument.presentationml.slide+xml"/>
  <Override PartName="/ppt/slideMasters/slideMaster344.xml" ContentType="application/vnd.openxmlformats-officedocument.presentationml.slideMaster+xml"/>
  <Override PartName="/ppt/slides/slide344.xml" ContentType="application/vnd.openxmlformats-officedocument.presentationml.slide+xml"/>
  <Override PartName="/ppt/slideMasters/slideMaster345.xml" ContentType="application/vnd.openxmlformats-officedocument.presentationml.slideMaster+xml"/>
  <Override PartName="/ppt/slides/slide345.xml" ContentType="application/vnd.openxmlformats-officedocument.presentationml.slide+xml"/>
  <Override PartName="/ppt/slideMasters/slideMaster346.xml" ContentType="application/vnd.openxmlformats-officedocument.presentationml.slideMaster+xml"/>
  <Override PartName="/ppt/slides/slide346.xml" ContentType="application/vnd.openxmlformats-officedocument.presentationml.slide+xml"/>
  <Override PartName="/ppt/slideMasters/slideMaster347.xml" ContentType="application/vnd.openxmlformats-officedocument.presentationml.slideMaster+xml"/>
  <Override PartName="/ppt/slides/slide347.xml" ContentType="application/vnd.openxmlformats-officedocument.presentationml.slide+xml"/>
  <Override PartName="/ppt/slideMasters/slideMaster348.xml" ContentType="application/vnd.openxmlformats-officedocument.presentationml.slideMaster+xml"/>
  <Override PartName="/ppt/slides/slide348.xml" ContentType="application/vnd.openxmlformats-officedocument.presentationml.slide+xml"/>
  <Override PartName="/ppt/slideMasters/slideMaster349.xml" ContentType="application/vnd.openxmlformats-officedocument.presentationml.slideMaster+xml"/>
  <Override PartName="/ppt/slides/slide349.xml" ContentType="application/vnd.openxmlformats-officedocument.presentationml.slide+xml"/>
  <Override PartName="/ppt/slideMasters/slideMaster350.xml" ContentType="application/vnd.openxmlformats-officedocument.presentationml.slideMaster+xml"/>
  <Override PartName="/ppt/slides/slide350.xml" ContentType="application/vnd.openxmlformats-officedocument.presentationml.slide+xml"/>
  <Override PartName="/ppt/slideMasters/slideMaster351.xml" ContentType="application/vnd.openxmlformats-officedocument.presentationml.slideMaster+xml"/>
  <Override PartName="/ppt/slides/slide351.xml" ContentType="application/vnd.openxmlformats-officedocument.presentationml.slide+xml"/>
  <Override PartName="/ppt/slideMasters/slideMaster352.xml" ContentType="application/vnd.openxmlformats-officedocument.presentationml.slideMaster+xml"/>
  <Override PartName="/ppt/slides/slide352.xml" ContentType="application/vnd.openxmlformats-officedocument.presentationml.slide+xml"/>
  <Override PartName="/ppt/slideMasters/slideMaster353.xml" ContentType="application/vnd.openxmlformats-officedocument.presentationml.slideMaster+xml"/>
  <Override PartName="/ppt/slides/slide353.xml" ContentType="application/vnd.openxmlformats-officedocument.presentationml.slide+xml"/>
  <Override PartName="/ppt/slideMasters/slideMaster354.xml" ContentType="application/vnd.openxmlformats-officedocument.presentationml.slideMaster+xml"/>
  <Override PartName="/ppt/slides/slide354.xml" ContentType="application/vnd.openxmlformats-officedocument.presentationml.slide+xml"/>
  <Override PartName="/ppt/slideMasters/slideMaster355.xml" ContentType="application/vnd.openxmlformats-officedocument.presentationml.slideMaster+xml"/>
  <Override PartName="/ppt/slides/slide355.xml" ContentType="application/vnd.openxmlformats-officedocument.presentationml.slide+xml"/>
  <Override PartName="/ppt/slideMasters/slideMaster356.xml" ContentType="application/vnd.openxmlformats-officedocument.presentationml.slideMaster+xml"/>
  <Override PartName="/ppt/slides/slide356.xml" ContentType="application/vnd.openxmlformats-officedocument.presentationml.slide+xml"/>
  <Override PartName="/ppt/slideMasters/slideMaster357.xml" ContentType="application/vnd.openxmlformats-officedocument.presentationml.slideMaster+xml"/>
  <Override PartName="/ppt/slides/slide357.xml" ContentType="application/vnd.openxmlformats-officedocument.presentationml.slide+xml"/>
  <Override PartName="/ppt/slideMasters/slideMaster358.xml" ContentType="application/vnd.openxmlformats-officedocument.presentationml.slideMaster+xml"/>
  <Override PartName="/ppt/slides/slide358.xml" ContentType="application/vnd.openxmlformats-officedocument.presentationml.slide+xml"/>
  <Override PartName="/ppt/slideMasters/slideMaster359.xml" ContentType="application/vnd.openxmlformats-officedocument.presentationml.slideMaster+xml"/>
  <Override PartName="/ppt/slides/slide359.xml" ContentType="application/vnd.openxmlformats-officedocument.presentationml.slide+xml"/>
  <Override PartName="/ppt/slideMasters/slideMaster360.xml" ContentType="application/vnd.openxmlformats-officedocument.presentationml.slideMaster+xml"/>
  <Override PartName="/ppt/slides/slide360.xml" ContentType="application/vnd.openxmlformats-officedocument.presentationml.slide+xml"/>
  <Override PartName="/ppt/slideMasters/slideMaster361.xml" ContentType="application/vnd.openxmlformats-officedocument.presentationml.slideMaster+xml"/>
  <Override PartName="/ppt/slides/slide361.xml" ContentType="application/vnd.openxmlformats-officedocument.presentationml.slide+xml"/>
  <Override PartName="/ppt/slideMasters/slideMaster362.xml" ContentType="application/vnd.openxmlformats-officedocument.presentationml.slideMaster+xml"/>
  <Override PartName="/ppt/slides/slide362.xml" ContentType="application/vnd.openxmlformats-officedocument.presentationml.slide+xml"/>
  <Override PartName="/ppt/slideMasters/slideMaster363.xml" ContentType="application/vnd.openxmlformats-officedocument.presentationml.slideMaster+xml"/>
  <Override PartName="/ppt/slides/slide363.xml" ContentType="application/vnd.openxmlformats-officedocument.presentationml.slide+xml"/>
  <Override PartName="/ppt/slideMasters/slideMaster364.xml" ContentType="application/vnd.openxmlformats-officedocument.presentationml.slideMaster+xml"/>
  <Override PartName="/ppt/slides/slide364.xml" ContentType="application/vnd.openxmlformats-officedocument.presentationml.slide+xml"/>
  <Override PartName="/ppt/slideMasters/slideMaster365.xml" ContentType="application/vnd.openxmlformats-officedocument.presentationml.slideMaster+xml"/>
  <Override PartName="/ppt/slides/slide365.xml" ContentType="application/vnd.openxmlformats-officedocument.presentationml.slide+xml"/>
  <Override PartName="/ppt/slideMasters/slideMaster366.xml" ContentType="application/vnd.openxmlformats-officedocument.presentationml.slideMaster+xml"/>
  <Override PartName="/ppt/slides/slide366.xml" ContentType="application/vnd.openxmlformats-officedocument.presentationml.slide+xml"/>
  <Override PartName="/ppt/slideMasters/slideMaster367.xml" ContentType="application/vnd.openxmlformats-officedocument.presentationml.slideMaster+xml"/>
  <Override PartName="/ppt/slides/slide367.xml" ContentType="application/vnd.openxmlformats-officedocument.presentationml.slide+xml"/>
  <Override PartName="/ppt/slideMasters/slideMaster368.xml" ContentType="application/vnd.openxmlformats-officedocument.presentationml.slideMaster+xml"/>
  <Override PartName="/ppt/slides/slide368.xml" ContentType="application/vnd.openxmlformats-officedocument.presentationml.slide+xml"/>
  <Override PartName="/ppt/slideMasters/slideMaster369.xml" ContentType="application/vnd.openxmlformats-officedocument.presentationml.slideMaster+xml"/>
  <Override PartName="/ppt/slides/slide369.xml" ContentType="application/vnd.openxmlformats-officedocument.presentationml.slide+xml"/>
  <Override PartName="/ppt/slideMasters/slideMaster370.xml" ContentType="application/vnd.openxmlformats-officedocument.presentationml.slideMaster+xml"/>
  <Override PartName="/ppt/slides/slide370.xml" ContentType="application/vnd.openxmlformats-officedocument.presentationml.slide+xml"/>
  <Override PartName="/ppt/slideMasters/slideMaster371.xml" ContentType="application/vnd.openxmlformats-officedocument.presentationml.slideMaster+xml"/>
  <Override PartName="/ppt/slides/slide371.xml" ContentType="application/vnd.openxmlformats-officedocument.presentationml.slide+xml"/>
  <Override PartName="/ppt/slideMasters/slideMaster372.xml" ContentType="application/vnd.openxmlformats-officedocument.presentationml.slideMaster+xml"/>
  <Override PartName="/ppt/slides/slide372.xml" ContentType="application/vnd.openxmlformats-officedocument.presentationml.slide+xml"/>
  <Override PartName="/ppt/slideMasters/slideMaster373.xml" ContentType="application/vnd.openxmlformats-officedocument.presentationml.slideMaster+xml"/>
  <Override PartName="/ppt/slides/slide373.xml" ContentType="application/vnd.openxmlformats-officedocument.presentationml.slide+xml"/>
  <Override PartName="/ppt/slideMasters/slideMaster374.xml" ContentType="application/vnd.openxmlformats-officedocument.presentationml.slideMaster+xml"/>
  <Override PartName="/ppt/slides/slide374.xml" ContentType="application/vnd.openxmlformats-officedocument.presentationml.slide+xml"/>
  <Override PartName="/ppt/slideMasters/slideMaster375.xml" ContentType="application/vnd.openxmlformats-officedocument.presentationml.slideMaster+xml"/>
  <Override PartName="/ppt/slides/slide375.xml" ContentType="application/vnd.openxmlformats-officedocument.presentationml.slide+xml"/>
  <Override PartName="/ppt/slideMasters/slideMaster376.xml" ContentType="application/vnd.openxmlformats-officedocument.presentationml.slideMaster+xml"/>
  <Override PartName="/ppt/slides/slide376.xml" ContentType="application/vnd.openxmlformats-officedocument.presentationml.slide+xml"/>
  <Override PartName="/ppt/slideMasters/slideMaster377.xml" ContentType="application/vnd.openxmlformats-officedocument.presentationml.slideMaster+xml"/>
  <Override PartName="/ppt/slides/slide377.xml" ContentType="application/vnd.openxmlformats-officedocument.presentationml.slide+xml"/>
  <Override PartName="/ppt/slideMasters/slideMaster378.xml" ContentType="application/vnd.openxmlformats-officedocument.presentationml.slideMaster+xml"/>
  <Override PartName="/ppt/slides/slide378.xml" ContentType="application/vnd.openxmlformats-officedocument.presentationml.slide+xml"/>
  <Override PartName="/ppt/slideMasters/slideMaster379.xml" ContentType="application/vnd.openxmlformats-officedocument.presentationml.slideMaster+xml"/>
  <Override PartName="/ppt/slides/slide379.xml" ContentType="application/vnd.openxmlformats-officedocument.presentationml.slide+xml"/>
  <Override PartName="/ppt/slideMasters/slideMaster380.xml" ContentType="application/vnd.openxmlformats-officedocument.presentationml.slideMaster+xml"/>
  <Override PartName="/ppt/slides/slide380.xml" ContentType="application/vnd.openxmlformats-officedocument.presentationml.slide+xml"/>
  <Override PartName="/ppt/slideMasters/slideMaster381.xml" ContentType="application/vnd.openxmlformats-officedocument.presentationml.slideMaster+xml"/>
  <Override PartName="/ppt/slides/slide381.xml" ContentType="application/vnd.openxmlformats-officedocument.presentationml.slide+xml"/>
  <Override PartName="/ppt/slideMasters/slideMaster382.xml" ContentType="application/vnd.openxmlformats-officedocument.presentationml.slideMaster+xml"/>
  <Override PartName="/ppt/slides/slide382.xml" ContentType="application/vnd.openxmlformats-officedocument.presentationml.slide+xml"/>
  <Override PartName="/ppt/slideMasters/slideMaster383.xml" ContentType="application/vnd.openxmlformats-officedocument.presentationml.slideMaster+xml"/>
  <Override PartName="/ppt/slides/slide383.xml" ContentType="application/vnd.openxmlformats-officedocument.presentationml.slide+xml"/>
  <Override PartName="/ppt/slideMasters/slideMaster384.xml" ContentType="application/vnd.openxmlformats-officedocument.presentationml.slideMaster+xml"/>
  <Override PartName="/ppt/slides/slide384.xml" ContentType="application/vnd.openxmlformats-officedocument.presentationml.slide+xml"/>
  <Override PartName="/ppt/slideMasters/slideMaster385.xml" ContentType="application/vnd.openxmlformats-officedocument.presentationml.slideMaster+xml"/>
  <Override PartName="/ppt/slides/slide385.xml" ContentType="application/vnd.openxmlformats-officedocument.presentationml.slide+xml"/>
  <Override PartName="/ppt/slideMasters/slideMaster386.xml" ContentType="application/vnd.openxmlformats-officedocument.presentationml.slideMaster+xml"/>
  <Override PartName="/ppt/slides/slide386.xml" ContentType="application/vnd.openxmlformats-officedocument.presentationml.slide+xml"/>
  <Override PartName="/ppt/slideMasters/slideMaster387.xml" ContentType="application/vnd.openxmlformats-officedocument.presentationml.slideMaster+xml"/>
  <Override PartName="/ppt/slides/slide387.xml" ContentType="application/vnd.openxmlformats-officedocument.presentationml.slide+xml"/>
  <Override PartName="/ppt/slideMasters/slideMaster388.xml" ContentType="application/vnd.openxmlformats-officedocument.presentationml.slideMaster+xml"/>
  <Override PartName="/ppt/slides/slide388.xml" ContentType="application/vnd.openxmlformats-officedocument.presentationml.slide+xml"/>
  <Override PartName="/ppt/slideMasters/slideMaster389.xml" ContentType="application/vnd.openxmlformats-officedocument.presentationml.slideMaster+xml"/>
  <Override PartName="/ppt/slides/slide389.xml" ContentType="application/vnd.openxmlformats-officedocument.presentationml.slide+xml"/>
  <Override PartName="/ppt/slideMasters/slideMaster390.xml" ContentType="application/vnd.openxmlformats-officedocument.presentationml.slideMaster+xml"/>
  <Override PartName="/ppt/slides/slide390.xml" ContentType="application/vnd.openxmlformats-officedocument.presentationml.slide+xml"/>
  <Override PartName="/ppt/slideMasters/slideMaster391.xml" ContentType="application/vnd.openxmlformats-officedocument.presentationml.slideMaster+xml"/>
  <Override PartName="/ppt/slides/slide391.xml" ContentType="application/vnd.openxmlformats-officedocument.presentationml.slide+xml"/>
  <Override PartName="/ppt/slideMasters/slideMaster392.xml" ContentType="application/vnd.openxmlformats-officedocument.presentationml.slideMaster+xml"/>
  <Override PartName="/ppt/slides/slide392.xml" ContentType="application/vnd.openxmlformats-officedocument.presentationml.slide+xml"/>
  <Override PartName="/ppt/slideMasters/slideMaster393.xml" ContentType="application/vnd.openxmlformats-officedocument.presentationml.slideMaster+xml"/>
  <Override PartName="/ppt/slides/slide393.xml" ContentType="application/vnd.openxmlformats-officedocument.presentationml.slide+xml"/>
  <Override PartName="/ppt/slideMasters/slideMaster394.xml" ContentType="application/vnd.openxmlformats-officedocument.presentationml.slideMaster+xml"/>
  <Override PartName="/ppt/slides/slide394.xml" ContentType="application/vnd.openxmlformats-officedocument.presentationml.slide+xml"/>
  <Override PartName="/ppt/slideMasters/slideMaster395.xml" ContentType="application/vnd.openxmlformats-officedocument.presentationml.slideMaster+xml"/>
  <Override PartName="/ppt/slides/slide395.xml" ContentType="application/vnd.openxmlformats-officedocument.presentationml.slide+xml"/>
  <Override PartName="/ppt/slideMasters/slideMaster396.xml" ContentType="application/vnd.openxmlformats-officedocument.presentationml.slideMaster+xml"/>
  <Override PartName="/ppt/slides/slide396.xml" ContentType="application/vnd.openxmlformats-officedocument.presentationml.slide+xml"/>
  <Override PartName="/ppt/slideMasters/slideMaster397.xml" ContentType="application/vnd.openxmlformats-officedocument.presentationml.slideMaster+xml"/>
  <Override PartName="/ppt/slides/slide397.xml" ContentType="application/vnd.openxmlformats-officedocument.presentationml.slide+xml"/>
  <Override PartName="/ppt/slideMasters/slideMaster398.xml" ContentType="application/vnd.openxmlformats-officedocument.presentationml.slideMaster+xml"/>
  <Override PartName="/ppt/slides/slide398.xml" ContentType="application/vnd.openxmlformats-officedocument.presentationml.slide+xml"/>
  <Override PartName="/ppt/slideMasters/slideMaster399.xml" ContentType="application/vnd.openxmlformats-officedocument.presentationml.slideMaster+xml"/>
  <Override PartName="/ppt/slides/slide399.xml" ContentType="application/vnd.openxmlformats-officedocument.presentationml.slide+xml"/>
  <Override PartName="/ppt/slideMasters/slideMaster400.xml" ContentType="application/vnd.openxmlformats-officedocument.presentationml.slideMaster+xml"/>
  <Override PartName="/ppt/slides/slide400.xml" ContentType="application/vnd.openxmlformats-officedocument.presentationml.slide+xml"/>
  <Override PartName="/ppt/slideMasters/slideMaster401.xml" ContentType="application/vnd.openxmlformats-officedocument.presentationml.slideMaster+xml"/>
  <Override PartName="/ppt/slides/slide401.xml" ContentType="application/vnd.openxmlformats-officedocument.presentationml.slide+xml"/>
  <Override PartName="/ppt/slideMasters/slideMaster402.xml" ContentType="application/vnd.openxmlformats-officedocument.presentationml.slideMaster+xml"/>
  <Override PartName="/ppt/slides/slide402.xml" ContentType="application/vnd.openxmlformats-officedocument.presentationml.slide+xml"/>
  <Override PartName="/ppt/slideMasters/slideMaster403.xml" ContentType="application/vnd.openxmlformats-officedocument.presentationml.slideMaster+xml"/>
  <Override PartName="/ppt/slides/slide403.xml" ContentType="application/vnd.openxmlformats-officedocument.presentationml.slide+xml"/>
  <Override PartName="/ppt/slideMasters/slideMaster404.xml" ContentType="application/vnd.openxmlformats-officedocument.presentationml.slideMaster+xml"/>
  <Override PartName="/ppt/slides/slide404.xml" ContentType="application/vnd.openxmlformats-officedocument.presentationml.slide+xml"/>
  <Override PartName="/ppt/slideMasters/slideMaster405.xml" ContentType="application/vnd.openxmlformats-officedocument.presentationml.slideMaster+xml"/>
  <Override PartName="/ppt/slides/slide405.xml" ContentType="application/vnd.openxmlformats-officedocument.presentationml.slide+xml"/>
  <Override PartName="/ppt/slideMasters/slideMaster406.xml" ContentType="application/vnd.openxmlformats-officedocument.presentationml.slideMaster+xml"/>
  <Override PartName="/ppt/slides/slide406.xml" ContentType="application/vnd.openxmlformats-officedocument.presentationml.slide+xml"/>
  <Override PartName="/ppt/slideMasters/slideMaster407.xml" ContentType="application/vnd.openxmlformats-officedocument.presentationml.slideMaster+xml"/>
  <Override PartName="/ppt/slides/slide407.xml" ContentType="application/vnd.openxmlformats-officedocument.presentationml.slide+xml"/>
  <Override PartName="/ppt/slideMasters/slideMaster408.xml" ContentType="application/vnd.openxmlformats-officedocument.presentationml.slideMaster+xml"/>
  <Override PartName="/ppt/slides/slide408.xml" ContentType="application/vnd.openxmlformats-officedocument.presentationml.slide+xml"/>
  <Override PartName="/ppt/slideMasters/slideMaster409.xml" ContentType="application/vnd.openxmlformats-officedocument.presentationml.slideMaster+xml"/>
  <Override PartName="/ppt/slides/slide409.xml" ContentType="application/vnd.openxmlformats-officedocument.presentationml.slide+xml"/>
  <Override PartName="/ppt/slideMasters/slideMaster410.xml" ContentType="application/vnd.openxmlformats-officedocument.presentationml.slideMaster+xml"/>
  <Override PartName="/ppt/slides/slide410.xml" ContentType="application/vnd.openxmlformats-officedocument.presentationml.slide+xml"/>
  <Override PartName="/ppt/slideMasters/slideMaster411.xml" ContentType="application/vnd.openxmlformats-officedocument.presentationml.slideMaster+xml"/>
  <Override PartName="/ppt/slides/slide411.xml" ContentType="application/vnd.openxmlformats-officedocument.presentationml.slide+xml"/>
  <Override PartName="/ppt/slideMasters/slideMaster412.xml" ContentType="application/vnd.openxmlformats-officedocument.presentationml.slideMaster+xml"/>
  <Override PartName="/ppt/slides/slide412.xml" ContentType="application/vnd.openxmlformats-officedocument.presentationml.slide+xml"/>
  <Override PartName="/ppt/slideMasters/slideMaster413.xml" ContentType="application/vnd.openxmlformats-officedocument.presentationml.slideMaster+xml"/>
  <Override PartName="/ppt/slides/slide413.xml" ContentType="application/vnd.openxmlformats-officedocument.presentationml.slide+xml"/>
  <Override PartName="/ppt/slideMasters/slideMaster414.xml" ContentType="application/vnd.openxmlformats-officedocument.presentationml.slideMaster+xml"/>
  <Override PartName="/ppt/slides/slide414.xml" ContentType="application/vnd.openxmlformats-officedocument.presentationml.slide+xml"/>
  <Override PartName="/ppt/slideMasters/slideMaster415.xml" ContentType="application/vnd.openxmlformats-officedocument.presentationml.slideMaster+xml"/>
  <Override PartName="/ppt/slides/slide415.xml" ContentType="application/vnd.openxmlformats-officedocument.presentationml.slide+xml"/>
  <Override PartName="/ppt/slideMasters/slideMaster416.xml" ContentType="application/vnd.openxmlformats-officedocument.presentationml.slideMaster+xml"/>
  <Override PartName="/ppt/slides/slide416.xml" ContentType="application/vnd.openxmlformats-officedocument.presentationml.slide+xml"/>
  <Override PartName="/ppt/slideMasters/slideMaster417.xml" ContentType="application/vnd.openxmlformats-officedocument.presentationml.slideMaster+xml"/>
  <Override PartName="/ppt/slides/slide417.xml" ContentType="application/vnd.openxmlformats-officedocument.presentationml.slide+xml"/>
  <Override PartName="/ppt/slideMasters/slideMaster418.xml" ContentType="application/vnd.openxmlformats-officedocument.presentationml.slideMaster+xml"/>
  <Override PartName="/ppt/slides/slide418.xml" ContentType="application/vnd.openxmlformats-officedocument.presentationml.slide+xml"/>
  <Override PartName="/ppt/slideMasters/slideMaster419.xml" ContentType="application/vnd.openxmlformats-officedocument.presentationml.slideMaster+xml"/>
  <Override PartName="/ppt/slides/slide419.xml" ContentType="application/vnd.openxmlformats-officedocument.presentationml.slide+xml"/>
  <Override PartName="/ppt/slideMasters/slideMaster420.xml" ContentType="application/vnd.openxmlformats-officedocument.presentationml.slideMaster+xml"/>
  <Override PartName="/ppt/slides/slide420.xml" ContentType="application/vnd.openxmlformats-officedocument.presentationml.slide+xml"/>
  <Override PartName="/ppt/slideMasters/slideMaster421.xml" ContentType="application/vnd.openxmlformats-officedocument.presentationml.slideMaster+xml"/>
  <Override PartName="/ppt/slides/slide421.xml" ContentType="application/vnd.openxmlformats-officedocument.presentationml.slide+xml"/>
  <Override PartName="/ppt/slideMasters/slideMaster422.xml" ContentType="application/vnd.openxmlformats-officedocument.presentationml.slideMaster+xml"/>
  <Override PartName="/ppt/slides/slide422.xml" ContentType="application/vnd.openxmlformats-officedocument.presentationml.slide+xml"/>
  <Override PartName="/ppt/slideMasters/slideMaster423.xml" ContentType="application/vnd.openxmlformats-officedocument.presentationml.slideMaster+xml"/>
  <Override PartName="/ppt/slides/slide423.xml" ContentType="application/vnd.openxmlformats-officedocument.presentationml.slide+xml"/>
  <Override PartName="/ppt/slideMasters/slideMaster424.xml" ContentType="application/vnd.openxmlformats-officedocument.presentationml.slideMaster+xml"/>
  <Override PartName="/ppt/slides/slide424.xml" ContentType="application/vnd.openxmlformats-officedocument.presentationml.slide+xml"/>
  <Override PartName="/ppt/slideMasters/slideMaster425.xml" ContentType="application/vnd.openxmlformats-officedocument.presentationml.slideMaster+xml"/>
  <Override PartName="/ppt/slides/slide425.xml" ContentType="application/vnd.openxmlformats-officedocument.presentationml.slide+xml"/>
  <Override PartName="/ppt/slideMasters/slideMaster426.xml" ContentType="application/vnd.openxmlformats-officedocument.presentationml.slideMaster+xml"/>
  <Override PartName="/ppt/slides/slide426.xml" ContentType="application/vnd.openxmlformats-officedocument.presentationml.slide+xml"/>
  <Override PartName="/ppt/slideMasters/slideMaster427.xml" ContentType="application/vnd.openxmlformats-officedocument.presentationml.slideMaster+xml"/>
  <Override PartName="/ppt/slides/slide427.xml" ContentType="application/vnd.openxmlformats-officedocument.presentationml.slide+xml"/>
  <Override PartName="/ppt/slideMasters/slideMaster428.xml" ContentType="application/vnd.openxmlformats-officedocument.presentationml.slideMaster+xml"/>
  <Override PartName="/ppt/slides/slide428.xml" ContentType="application/vnd.openxmlformats-officedocument.presentationml.slide+xml"/>
  <Override PartName="/ppt/slideMasters/slideMaster429.xml" ContentType="application/vnd.openxmlformats-officedocument.presentationml.slideMaster+xml"/>
  <Override PartName="/ppt/slides/slide429.xml" ContentType="application/vnd.openxmlformats-officedocument.presentationml.slide+xml"/>
  <Override PartName="/ppt/slideMasters/slideMaster430.xml" ContentType="application/vnd.openxmlformats-officedocument.presentationml.slideMaster+xml"/>
  <Override PartName="/ppt/slides/slide430.xml" ContentType="application/vnd.openxmlformats-officedocument.presentationml.slide+xml"/>
  <Override PartName="/ppt/slideMasters/slideMaster431.xml" ContentType="application/vnd.openxmlformats-officedocument.presentationml.slideMaster+xml"/>
  <Override PartName="/ppt/slides/slide431.xml" ContentType="application/vnd.openxmlformats-officedocument.presentationml.slide+xml"/>
  <Override PartName="/ppt/slideMasters/slideMaster432.xml" ContentType="application/vnd.openxmlformats-officedocument.presentationml.slideMaster+xml"/>
  <Override PartName="/ppt/slides/slide432.xml" ContentType="application/vnd.openxmlformats-officedocument.presentationml.slide+xml"/>
  <Override PartName="/ppt/slideMasters/slideMaster433.xml" ContentType="application/vnd.openxmlformats-officedocument.presentationml.slideMaster+xml"/>
  <Override PartName="/ppt/slides/slide433.xml" ContentType="application/vnd.openxmlformats-officedocument.presentationml.slide+xml"/>
  <Override PartName="/ppt/slideMasters/slideMaster434.xml" ContentType="application/vnd.openxmlformats-officedocument.presentationml.slideMaster+xml"/>
  <Override PartName="/ppt/slides/slide434.xml" ContentType="application/vnd.openxmlformats-officedocument.presentationml.slide+xml"/>
  <Override PartName="/ppt/slideMasters/slideMaster435.xml" ContentType="application/vnd.openxmlformats-officedocument.presentationml.slideMaster+xml"/>
  <Override PartName="/ppt/slides/slide435.xml" ContentType="application/vnd.openxmlformats-officedocument.presentationml.slide+xml"/>
  <Override PartName="/ppt/slideMasters/slideMaster436.xml" ContentType="application/vnd.openxmlformats-officedocument.presentationml.slideMaster+xml"/>
  <Override PartName="/ppt/slides/slide436.xml" ContentType="application/vnd.openxmlformats-officedocument.presentationml.slide+xml"/>
  <Override PartName="/ppt/slideMasters/slideMaster437.xml" ContentType="application/vnd.openxmlformats-officedocument.presentationml.slideMaster+xml"/>
  <Override PartName="/ppt/slides/slide437.xml" ContentType="application/vnd.openxmlformats-officedocument.presentationml.slide+xml"/>
  <Override PartName="/ppt/slideMasters/slideMaster438.xml" ContentType="application/vnd.openxmlformats-officedocument.presentationml.slideMaster+xml"/>
  <Override PartName="/ppt/slides/slide438.xml" ContentType="application/vnd.openxmlformats-officedocument.presentationml.slide+xml"/>
  <Override PartName="/ppt/slideMasters/slideMaster439.xml" ContentType="application/vnd.openxmlformats-officedocument.presentationml.slideMaster+xml"/>
  <Override PartName="/ppt/slides/slide439.xml" ContentType="application/vnd.openxmlformats-officedocument.presentationml.slide+xml"/>
  <Override PartName="/ppt/slideMasters/slideMaster440.xml" ContentType="application/vnd.openxmlformats-officedocument.presentationml.slideMaster+xml"/>
  <Override PartName="/ppt/slides/slide440.xml" ContentType="application/vnd.openxmlformats-officedocument.presentationml.slide+xml"/>
  <Override PartName="/ppt/slideMasters/slideMaster441.xml" ContentType="application/vnd.openxmlformats-officedocument.presentationml.slideMaster+xml"/>
  <Override PartName="/ppt/slides/slide441.xml" ContentType="application/vnd.openxmlformats-officedocument.presentationml.slide+xml"/>
  <Override PartName="/ppt/slideMasters/slideMaster442.xml" ContentType="application/vnd.openxmlformats-officedocument.presentationml.slideMaster+xml"/>
  <Override PartName="/ppt/slides/slide442.xml" ContentType="application/vnd.openxmlformats-officedocument.presentationml.slide+xml"/>
  <Override PartName="/ppt/slideMasters/slideMaster443.xml" ContentType="application/vnd.openxmlformats-officedocument.presentationml.slideMaster+xml"/>
  <Override PartName="/ppt/slides/slide443.xml" ContentType="application/vnd.openxmlformats-officedocument.presentationml.slide+xml"/>
  <Override PartName="/ppt/slideMasters/slideMaster444.xml" ContentType="application/vnd.openxmlformats-officedocument.presentationml.slideMaster+xml"/>
  <Override PartName="/ppt/slides/slide444.xml" ContentType="application/vnd.openxmlformats-officedocument.presentationml.slide+xml"/>
  <Override PartName="/ppt/slideMasters/slideMaster445.xml" ContentType="application/vnd.openxmlformats-officedocument.presentationml.slideMaster+xml"/>
  <Override PartName="/ppt/slides/slide445.xml" ContentType="application/vnd.openxmlformats-officedocument.presentationml.slide+xml"/>
  <Override PartName="/ppt/slideMasters/slideMaster446.xml" ContentType="application/vnd.openxmlformats-officedocument.presentationml.slideMaster+xml"/>
  <Override PartName="/ppt/slides/slide446.xml" ContentType="application/vnd.openxmlformats-officedocument.presentationml.slide+xml"/>
  <Override PartName="/ppt/slideMasters/slideMaster447.xml" ContentType="application/vnd.openxmlformats-officedocument.presentationml.slideMaster+xml"/>
  <Override PartName="/ppt/slides/slide447.xml" ContentType="application/vnd.openxmlformats-officedocument.presentationml.slide+xml"/>
  <Override PartName="/ppt/slideMasters/slideMaster448.xml" ContentType="application/vnd.openxmlformats-officedocument.presentationml.slideMaster+xml"/>
  <Override PartName="/ppt/slides/slide448.xml" ContentType="application/vnd.openxmlformats-officedocument.presentationml.slide+xml"/>
  <Override PartName="/ppt/slideMasters/slideMaster449.xml" ContentType="application/vnd.openxmlformats-officedocument.presentationml.slideMaster+xml"/>
  <Override PartName="/ppt/slides/slide449.xml" ContentType="application/vnd.openxmlformats-officedocument.presentationml.slide+xml"/>
  <Override PartName="/ppt/slideMasters/slideMaster450.xml" ContentType="application/vnd.openxmlformats-officedocument.presentationml.slideMaster+xml"/>
  <Override PartName="/ppt/slides/slide450.xml" ContentType="application/vnd.openxmlformats-officedocument.presentationml.slide+xml"/>
  <Override PartName="/ppt/slideMasters/slideMaster451.xml" ContentType="application/vnd.openxmlformats-officedocument.presentationml.slideMaster+xml"/>
  <Override PartName="/ppt/slides/slide451.xml" ContentType="application/vnd.openxmlformats-officedocument.presentationml.slide+xml"/>
  <Override PartName="/ppt/slideMasters/slideMaster452.xml" ContentType="application/vnd.openxmlformats-officedocument.presentationml.slideMaster+xml"/>
  <Override PartName="/ppt/slides/slide452.xml" ContentType="application/vnd.openxmlformats-officedocument.presentationml.slide+xml"/>
  <Override PartName="/ppt/slideMasters/slideMaster453.xml" ContentType="application/vnd.openxmlformats-officedocument.presentationml.slideMaster+xml"/>
  <Override PartName="/ppt/slides/slide453.xml" ContentType="application/vnd.openxmlformats-officedocument.presentationml.slide+xml"/>
  <Override PartName="/ppt/slideMasters/slideMaster454.xml" ContentType="application/vnd.openxmlformats-officedocument.presentationml.slideMaster+xml"/>
  <Override PartName="/ppt/slides/slide454.xml" ContentType="application/vnd.openxmlformats-officedocument.presentationml.slide+xml"/>
  <Override PartName="/ppt/slideMasters/slideMaster455.xml" ContentType="application/vnd.openxmlformats-officedocument.presentationml.slideMaster+xml"/>
  <Override PartName="/ppt/slides/slide455.xml" ContentType="application/vnd.openxmlformats-officedocument.presentationml.slide+xml"/>
  <Override PartName="/ppt/slideMasters/slideMaster456.xml" ContentType="application/vnd.openxmlformats-officedocument.presentationml.slideMaster+xml"/>
  <Override PartName="/ppt/slides/slide456.xml" ContentType="application/vnd.openxmlformats-officedocument.presentationml.slide+xml"/>
  <Override PartName="/ppt/slideMasters/slideMaster457.xml" ContentType="application/vnd.openxmlformats-officedocument.presentationml.slideMaster+xml"/>
  <Override PartName="/ppt/slides/slide457.xml" ContentType="application/vnd.openxmlformats-officedocument.presentationml.slide+xml"/>
  <Override PartName="/ppt/slideMasters/slideMaster458.xml" ContentType="application/vnd.openxmlformats-officedocument.presentationml.slideMaster+xml"/>
  <Override PartName="/ppt/slides/slide458.xml" ContentType="application/vnd.openxmlformats-officedocument.presentationml.slide+xml"/>
  <Override PartName="/ppt/slideMasters/slideMaster459.xml" ContentType="application/vnd.openxmlformats-officedocument.presentationml.slideMaster+xml"/>
  <Override PartName="/ppt/slides/slide459.xml" ContentType="application/vnd.openxmlformats-officedocument.presentationml.slide+xml"/>
  <Override PartName="/ppt/slideMasters/slideMaster460.xml" ContentType="application/vnd.openxmlformats-officedocument.presentationml.slideMaster+xml"/>
  <Override PartName="/ppt/slides/slide460.xml" ContentType="application/vnd.openxmlformats-officedocument.presentationml.slide+xml"/>
  <Override PartName="/ppt/slideMasters/slideMaster461.xml" ContentType="application/vnd.openxmlformats-officedocument.presentationml.slideMaster+xml"/>
  <Override PartName="/ppt/slides/slide461.xml" ContentType="application/vnd.openxmlformats-officedocument.presentationml.slide+xml"/>
  <Override PartName="/ppt/slideMasters/slideMaster462.xml" ContentType="application/vnd.openxmlformats-officedocument.presentationml.slideMaster+xml"/>
  <Override PartName="/ppt/slides/slide462.xml" ContentType="application/vnd.openxmlformats-officedocument.presentationml.slide+xml"/>
  <Override PartName="/ppt/slideMasters/slideMaster463.xml" ContentType="application/vnd.openxmlformats-officedocument.presentationml.slideMaster+xml"/>
  <Override PartName="/ppt/slides/slide463.xml" ContentType="application/vnd.openxmlformats-officedocument.presentationml.slide+xml"/>
  <Override PartName="/ppt/slideMasters/slideMaster464.xml" ContentType="application/vnd.openxmlformats-officedocument.presentationml.slideMaster+xml"/>
  <Override PartName="/ppt/slides/slide464.xml" ContentType="application/vnd.openxmlformats-officedocument.presentationml.slide+xml"/>
  <Override PartName="/ppt/slideMasters/slideMaster465.xml" ContentType="application/vnd.openxmlformats-officedocument.presentationml.slideMaster+xml"/>
  <Override PartName="/ppt/slides/slide465.xml" ContentType="application/vnd.openxmlformats-officedocument.presentationml.slide+xml"/>
  <Override PartName="/ppt/slideMasters/slideMaster466.xml" ContentType="application/vnd.openxmlformats-officedocument.presentationml.slideMaster+xml"/>
  <Override PartName="/ppt/slides/slide466.xml" ContentType="application/vnd.openxmlformats-officedocument.presentationml.slide+xml"/>
  <Override PartName="/ppt/slideMasters/slideMaster467.xml" ContentType="application/vnd.openxmlformats-officedocument.presentationml.slideMaster+xml"/>
  <Override PartName="/ppt/slides/slide467.xml" ContentType="application/vnd.openxmlformats-officedocument.presentationml.slide+xml"/>
  <Override PartName="/ppt/slideMasters/slideMaster468.xml" ContentType="application/vnd.openxmlformats-officedocument.presentationml.slideMaster+xml"/>
  <Override PartName="/ppt/slides/slide468.xml" ContentType="application/vnd.openxmlformats-officedocument.presentationml.slide+xml"/>
  <Override PartName="/ppt/slideMasters/slideMaster469.xml" ContentType="application/vnd.openxmlformats-officedocument.presentationml.slideMaster+xml"/>
  <Override PartName="/ppt/slides/slide469.xml" ContentType="application/vnd.openxmlformats-officedocument.presentationml.slide+xml"/>
  <Override PartName="/ppt/slideMasters/slideMaster470.xml" ContentType="application/vnd.openxmlformats-officedocument.presentationml.slideMaster+xml"/>
  <Override PartName="/ppt/slides/slide470.xml" ContentType="application/vnd.openxmlformats-officedocument.presentationml.slide+xml"/>
  <Override PartName="/ppt/slideMasters/slideMaster471.xml" ContentType="application/vnd.openxmlformats-officedocument.presentationml.slideMaster+xml"/>
  <Override PartName="/ppt/slides/slide471.xml" ContentType="application/vnd.openxmlformats-officedocument.presentationml.slide+xml"/>
  <Override PartName="/ppt/slideMasters/slideMaster472.xml" ContentType="application/vnd.openxmlformats-officedocument.presentationml.slideMaster+xml"/>
  <Override PartName="/ppt/slides/slide472.xml" ContentType="application/vnd.openxmlformats-officedocument.presentationml.slide+xml"/>
  <Override PartName="/ppt/slideMasters/slideMaster473.xml" ContentType="application/vnd.openxmlformats-officedocument.presentationml.slideMaster+xml"/>
  <Override PartName="/ppt/slides/slide473.xml" ContentType="application/vnd.openxmlformats-officedocument.presentationml.slide+xml"/>
  <Override PartName="/ppt/slideMasters/slideMaster474.xml" ContentType="application/vnd.openxmlformats-officedocument.presentationml.slideMaster+xml"/>
  <Override PartName="/ppt/slides/slide474.xml" ContentType="application/vnd.openxmlformats-officedocument.presentationml.slide+xml"/>
  <Override PartName="/ppt/slideMasters/slideMaster475.xml" ContentType="application/vnd.openxmlformats-officedocument.presentationml.slideMaster+xml"/>
  <Override PartName="/ppt/slides/slide475.xml" ContentType="application/vnd.openxmlformats-officedocument.presentationml.slide+xml"/>
  <Override PartName="/ppt/slideMasters/slideMaster476.xml" ContentType="application/vnd.openxmlformats-officedocument.presentationml.slideMaster+xml"/>
  <Override PartName="/ppt/slides/slide476.xml" ContentType="application/vnd.openxmlformats-officedocument.presentationml.slide+xml"/>
  <Override PartName="/ppt/slideMasters/slideMaster477.xml" ContentType="application/vnd.openxmlformats-officedocument.presentationml.slideMaster+xml"/>
  <Override PartName="/ppt/slides/slide477.xml" ContentType="application/vnd.openxmlformats-officedocument.presentationml.slide+xml"/>
  <Override PartName="/ppt/slideMasters/slideMaster478.xml" ContentType="application/vnd.openxmlformats-officedocument.presentationml.slideMaster+xml"/>
  <Override PartName="/ppt/slides/slide478.xml" ContentType="application/vnd.openxmlformats-officedocument.presentationml.slide+xml"/>
  <Override PartName="/ppt/slideMasters/slideMaster479.xml" ContentType="application/vnd.openxmlformats-officedocument.presentationml.slideMaster+xml"/>
  <Override PartName="/ppt/slides/slide479.xml" ContentType="application/vnd.openxmlformats-officedocument.presentationml.slide+xml"/>
  <Override PartName="/ppt/slideMasters/slideMaster480.xml" ContentType="application/vnd.openxmlformats-officedocument.presentationml.slideMaster+xml"/>
  <Override PartName="/ppt/slides/slide480.xml" ContentType="application/vnd.openxmlformats-officedocument.presentationml.slide+xml"/>
  <Override PartName="/ppt/slideMasters/slideMaster481.xml" ContentType="application/vnd.openxmlformats-officedocument.presentationml.slideMaster+xml"/>
  <Override PartName="/ppt/slides/slide481.xml" ContentType="application/vnd.openxmlformats-officedocument.presentationml.slide+xml"/>
  <Override PartName="/ppt/slideMasters/slideMaster482.xml" ContentType="application/vnd.openxmlformats-officedocument.presentationml.slideMaster+xml"/>
  <Override PartName="/ppt/slides/slide482.xml" ContentType="application/vnd.openxmlformats-officedocument.presentationml.slide+xml"/>
  <Override PartName="/ppt/slideMasters/slideMaster483.xml" ContentType="application/vnd.openxmlformats-officedocument.presentationml.slideMaster+xml"/>
  <Override PartName="/ppt/slides/slide483.xml" ContentType="application/vnd.openxmlformats-officedocument.presentationml.slide+xml"/>
  <Override PartName="/ppt/slideMasters/slideMaster484.xml" ContentType="application/vnd.openxmlformats-officedocument.presentationml.slideMaster+xml"/>
  <Override PartName="/ppt/slides/slide4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2.xml" ContentType="application/vnd.openxmlformats-officedocument.presentationml.notesSlide+xml"/>
  <Override PartName="/ppt/notesSlides/notesSlide473.xml" ContentType="application/vnd.openxmlformats-officedocument.presentationml.notesSlide+xml"/>
  <Override PartName="/ppt/notesSlides/notesSlide474.xml" ContentType="application/vnd.openxmlformats-officedocument.presentationml.notesSlide+xml"/>
  <Override PartName="/ppt/notesSlides/notesSlide475.xml" ContentType="application/vnd.openxmlformats-officedocument.presentationml.notesSlide+xml"/>
  <Override PartName="/ppt/notesSlides/notesSlide476.xml" ContentType="application/vnd.openxmlformats-officedocument.presentationml.notesSlide+xml"/>
  <Override PartName="/ppt/notesSlides/notesSlide477.xml" ContentType="application/vnd.openxmlformats-officedocument.presentationml.notesSlide+xml"/>
  <Override PartName="/ppt/notesSlides/notesSlide478.xml" ContentType="application/vnd.openxmlformats-officedocument.presentationml.notesSlide+xml"/>
  <Override PartName="/ppt/notesSlides/notesSlide479.xml" ContentType="application/vnd.openxmlformats-officedocument.presentationml.notesSlide+xml"/>
  <Override PartName="/ppt/notesSlides/notesSlide480.xml" ContentType="application/vnd.openxmlformats-officedocument.presentationml.notesSlide+xml"/>
  <Override PartName="/ppt/notesSlides/notesSlide481.xml" ContentType="application/vnd.openxmlformats-officedocument.presentationml.notesSlide+xml"/>
  <Override PartName="/ppt/notesSlides/notesSlide482.xml" ContentType="application/vnd.openxmlformats-officedocument.presentationml.notesSlide+xml"/>
  <Override PartName="/ppt/notesSlides/notesSlide483.xml" ContentType="application/vnd.openxmlformats-officedocument.presentationml.notesSlide+xml"/>
  <Override PartName="/ppt/notesSlides/notesSlide4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Lst>
  <p:notesMasterIdLst>
    <p:notesMasterId r:id="rId48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notesMaster" Target="notesMasters/notesMaster1.xml"/><Relationship Id="rId487" Type="http://schemas.openxmlformats.org/officeDocument/2006/relationships/presProps" Target="presProps.xml"/><Relationship Id="rId488" Type="http://schemas.openxmlformats.org/officeDocument/2006/relationships/viewProps" Target="viewProps.xml"/><Relationship Id="rId489" Type="http://schemas.openxmlformats.org/officeDocument/2006/relationships/theme" Target="theme/theme1.xml"/><Relationship Id="rId4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_rels/notesSlide2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0.xml"/>
		</Relationships>
</file>

<file path=ppt/notesSlides/_rels/notesSlide2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1.xml"/>
		</Relationships>
</file>

<file path=ppt/notesSlides/_rels/notesSlide2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2.xml"/>
		</Relationships>
</file>

<file path=ppt/notesSlides/_rels/notesSlide2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3.xml"/>
		</Relationships>
</file>

<file path=ppt/notesSlides/_rels/notesSlide2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4.xml"/>
		</Relationships>
</file>

<file path=ppt/notesSlides/_rels/notesSlide2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5.xml"/>
		</Relationships>
</file>

<file path=ppt/notesSlides/_rels/notesSlide2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6.xml"/>
		</Relationships>
</file>

<file path=ppt/notesSlides/_rels/notesSlide2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7.xml"/>
		</Relationships>
</file>

<file path=ppt/notesSlides/_rels/notesSlide2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8.xml"/>
		</Relationships>
</file>

<file path=ppt/notesSlides/_rels/notesSlide2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9.xml"/>
		</Relationships>
</file>

<file path=ppt/notesSlides/_rels/notesSlide2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0.xml"/>
		</Relationships>
</file>

<file path=ppt/notesSlides/_rels/notesSlide2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1.xml"/>
		</Relationships>
</file>

<file path=ppt/notesSlides/_rels/notesSlide2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2.xml"/>
		</Relationships>
</file>

<file path=ppt/notesSlides/_rels/notesSlide2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3.xml"/>
		</Relationships>
</file>

<file path=ppt/notesSlides/_rels/notesSlide2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4.xml"/>
		</Relationships>
</file>

<file path=ppt/notesSlides/_rels/notesSlide2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5.xml"/>
		</Relationships>
</file>

<file path=ppt/notesSlides/_rels/notesSlide2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6.xml"/>
		</Relationships>
</file>

<file path=ppt/notesSlides/_rels/notesSlide2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7.xml"/>
		</Relationships>
</file>

<file path=ppt/notesSlides/_rels/notesSlide2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8.xml"/>
		</Relationships>
</file>

<file path=ppt/notesSlides/_rels/notesSlide2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9.xml"/>
		</Relationships>
</file>

<file path=ppt/notesSlides/_rels/notesSlide3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0.xml"/>
		</Relationships>
</file>

<file path=ppt/notesSlides/_rels/notesSlide3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1.xml"/>
		</Relationships>
</file>

<file path=ppt/notesSlides/_rels/notesSlide3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2.xml"/>
		</Relationships>
</file>

<file path=ppt/notesSlides/_rels/notesSlide3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3.xml"/>
		</Relationships>
</file>

<file path=ppt/notesSlides/_rels/notesSlide3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4.xml"/>
		</Relationships>
</file>

<file path=ppt/notesSlides/_rels/notesSlide3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5.xml"/>
		</Relationships>
</file>

<file path=ppt/notesSlides/_rels/notesSlide3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6.xml"/>
		</Relationships>
</file>

<file path=ppt/notesSlides/_rels/notesSlide3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7.xml"/>
		</Relationships>
</file>

<file path=ppt/notesSlides/_rels/notesSlide3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8.xml"/>
		</Relationships>
</file>

<file path=ppt/notesSlides/_rels/notesSlide3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9.xml"/>
		</Relationships>
</file>

<file path=ppt/notesSlides/_rels/notesSlide3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0.xml"/>
		</Relationships>
</file>

<file path=ppt/notesSlides/_rels/notesSlide3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1.xml"/>
		</Relationships>
</file>

<file path=ppt/notesSlides/_rels/notesSlide3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2.xml"/>
		</Relationships>
</file>

<file path=ppt/notesSlides/_rels/notesSlide3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3.xml"/>
		</Relationships>
</file>

<file path=ppt/notesSlides/_rels/notesSlide3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4.xml"/>
		</Relationships>
</file>

<file path=ppt/notesSlides/_rels/notesSlide3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5.xml"/>
		</Relationships>
</file>

<file path=ppt/notesSlides/_rels/notesSlide3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6.xml"/>
		</Relationships>
</file>

<file path=ppt/notesSlides/_rels/notesSlide3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7.xml"/>
		</Relationships>
</file>

<file path=ppt/notesSlides/_rels/notesSlide3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8.xml"/>
		</Relationships>
</file>

<file path=ppt/notesSlides/_rels/notesSlide3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9.xml"/>
		</Relationships>
</file>

<file path=ppt/notesSlides/_rels/notesSlide3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0.xml"/>
		</Relationships>
</file>

<file path=ppt/notesSlides/_rels/notesSlide3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1.xml"/>
		</Relationships>
</file>

<file path=ppt/notesSlides/_rels/notesSlide3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2.xml"/>
		</Relationships>
</file>

<file path=ppt/notesSlides/_rels/notesSlide3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3.xml"/>
		</Relationships>
</file>

<file path=ppt/notesSlides/_rels/notesSlide3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4.xml"/>
		</Relationships>
</file>

<file path=ppt/notesSlides/_rels/notesSlide3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5.xml"/>
		</Relationships>
</file>

<file path=ppt/notesSlides/_rels/notesSlide3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6.xml"/>
		</Relationships>
</file>

<file path=ppt/notesSlides/_rels/notesSlide3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7.xml"/>
		</Relationships>
</file>

<file path=ppt/notesSlides/_rels/notesSlide3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8.xml"/>
		</Relationships>
</file>

<file path=ppt/notesSlides/_rels/notesSlide3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9.xml"/>
		</Relationships>
</file>

<file path=ppt/notesSlides/_rels/notesSlide3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0.xml"/>
		</Relationships>
</file>

<file path=ppt/notesSlides/_rels/notesSlide3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1.xml"/>
		</Relationships>
</file>

<file path=ppt/notesSlides/_rels/notesSlide3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2.xml"/>
		</Relationships>
</file>

<file path=ppt/notesSlides/_rels/notesSlide3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3.xml"/>
		</Relationships>
</file>

<file path=ppt/notesSlides/_rels/notesSlide3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4.xml"/>
		</Relationships>
</file>

<file path=ppt/notesSlides/_rels/notesSlide3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5.xml"/>
		</Relationships>
</file>

<file path=ppt/notesSlides/_rels/notesSlide3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6.xml"/>
		</Relationships>
</file>

<file path=ppt/notesSlides/_rels/notesSlide3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7.xml"/>
		</Relationships>
</file>

<file path=ppt/notesSlides/_rels/notesSlide3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8.xml"/>
		</Relationships>
</file>

<file path=ppt/notesSlides/_rels/notesSlide3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9.xml"/>
		</Relationships>
</file>

<file path=ppt/notesSlides/_rels/notesSlide3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0.xml"/>
		</Relationships>
</file>

<file path=ppt/notesSlides/_rels/notesSlide3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1.xml"/>
		</Relationships>
</file>

<file path=ppt/notesSlides/_rels/notesSlide3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2.xml"/>
		</Relationships>
</file>

<file path=ppt/notesSlides/_rels/notesSlide3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3.xml"/>
		</Relationships>
</file>

<file path=ppt/notesSlides/_rels/notesSlide3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4.xml"/>
		</Relationships>
</file>

<file path=ppt/notesSlides/_rels/notesSlide3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5.xml"/>
		</Relationships>
</file>

<file path=ppt/notesSlides/_rels/notesSlide3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6.xml"/>
		</Relationships>
</file>

<file path=ppt/notesSlides/_rels/notesSlide3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7.xml"/>
		</Relationships>
</file>

<file path=ppt/notesSlides/_rels/notesSlide3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8.xml"/>
		</Relationships>
</file>

<file path=ppt/notesSlides/_rels/notesSlide3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9.xml"/>
		</Relationships>
</file>

<file path=ppt/notesSlides/_rels/notesSlide3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0.xml"/>
		</Relationships>
</file>

<file path=ppt/notesSlides/_rels/notesSlide3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1.xml"/>
		</Relationships>
</file>

<file path=ppt/notesSlides/_rels/notesSlide3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2.xml"/>
		</Relationships>
</file>

<file path=ppt/notesSlides/_rels/notesSlide3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3.xml"/>
		</Relationships>
</file>

<file path=ppt/notesSlides/_rels/notesSlide3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4.xml"/>
		</Relationships>
</file>

<file path=ppt/notesSlides/_rels/notesSlide3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5.xml"/>
		</Relationships>
</file>

<file path=ppt/notesSlides/_rels/notesSlide3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6.xml"/>
		</Relationships>
</file>

<file path=ppt/notesSlides/_rels/notesSlide3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7.xml"/>
		</Relationships>
</file>

<file path=ppt/notesSlides/_rels/notesSlide3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8.xml"/>
		</Relationships>
</file>

<file path=ppt/notesSlides/_rels/notesSlide3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9.xml"/>
		</Relationships>
</file>

<file path=ppt/notesSlides/_rels/notesSlide3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0.xml"/>
		</Relationships>
</file>

<file path=ppt/notesSlides/_rels/notesSlide3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1.xml"/>
		</Relationships>
</file>

<file path=ppt/notesSlides/_rels/notesSlide3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2.xml"/>
		</Relationships>
</file>

<file path=ppt/notesSlides/_rels/notesSlide3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3.xml"/>
		</Relationships>
</file>

<file path=ppt/notesSlides/_rels/notesSlide3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4.xml"/>
		</Relationships>
</file>

<file path=ppt/notesSlides/_rels/notesSlide3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5.xml"/>
		</Relationships>
</file>

<file path=ppt/notesSlides/_rels/notesSlide3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6.xml"/>
		</Relationships>
</file>

<file path=ppt/notesSlides/_rels/notesSlide3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7.xml"/>
		</Relationships>
</file>

<file path=ppt/notesSlides/_rels/notesSlide3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8.xml"/>
		</Relationships>
</file>

<file path=ppt/notesSlides/_rels/notesSlide3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9.xml"/>
		</Relationships>
</file>

<file path=ppt/notesSlides/_rels/notesSlide3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0.xml"/>
		</Relationships>
</file>

<file path=ppt/notesSlides/_rels/notesSlide3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1.xml"/>
		</Relationships>
</file>

<file path=ppt/notesSlides/_rels/notesSlide3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2.xml"/>
		</Relationships>
</file>

<file path=ppt/notesSlides/_rels/notesSlide3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3.xml"/>
		</Relationships>
</file>

<file path=ppt/notesSlides/_rels/notesSlide3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4.xml"/>
		</Relationships>
</file>

<file path=ppt/notesSlides/_rels/notesSlide3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5.xml"/>
		</Relationships>
</file>

<file path=ppt/notesSlides/_rels/notesSlide3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6.xml"/>
		</Relationships>
</file>

<file path=ppt/notesSlides/_rels/notesSlide3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7.xml"/>
		</Relationships>
</file>

<file path=ppt/notesSlides/_rels/notesSlide3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8.xml"/>
		</Relationships>
</file>

<file path=ppt/notesSlides/_rels/notesSlide3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9.xml"/>
		</Relationships>
</file>

<file path=ppt/notesSlides/_rels/notesSlide3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0.xml"/>
		</Relationships>
</file>

<file path=ppt/notesSlides/_rels/notesSlide3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1.xml"/>
		</Relationships>
</file>

<file path=ppt/notesSlides/_rels/notesSlide3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2.xml"/>
		</Relationships>
</file>

<file path=ppt/notesSlides/_rels/notesSlide3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3.xml"/>
		</Relationships>
</file>

<file path=ppt/notesSlides/_rels/notesSlide3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4.xml"/>
		</Relationships>
</file>

<file path=ppt/notesSlides/_rels/notesSlide3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5.xml"/>
		</Relationships>
</file>

<file path=ppt/notesSlides/_rels/notesSlide3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6.xml"/>
		</Relationships>
</file>

<file path=ppt/notesSlides/_rels/notesSlide3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7.xml"/>
		</Relationships>
</file>

<file path=ppt/notesSlides/_rels/notesSlide3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8.xml"/>
		</Relationships>
</file>

<file path=ppt/notesSlides/_rels/notesSlide3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9.xml"/>
		</Relationships>
</file>

<file path=ppt/notesSlides/_rels/notesSlide3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0.xml"/>
		</Relationships>
</file>

<file path=ppt/notesSlides/_rels/notesSlide3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1.xml"/>
		</Relationships>
</file>

<file path=ppt/notesSlides/_rels/notesSlide3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2.xml"/>
		</Relationships>
</file>

<file path=ppt/notesSlides/_rels/notesSlide3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3.xml"/>
		</Relationships>
</file>

<file path=ppt/notesSlides/_rels/notesSlide3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4.xml"/>
		</Relationships>
</file>

<file path=ppt/notesSlides/_rels/notesSlide3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5.xml"/>
		</Relationships>
</file>

<file path=ppt/notesSlides/_rels/notesSlide3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6.xml"/>
		</Relationships>
</file>

<file path=ppt/notesSlides/_rels/notesSlide3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7.xml"/>
		</Relationships>
</file>

<file path=ppt/notesSlides/_rels/notesSlide3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8.xml"/>
		</Relationships>
</file>

<file path=ppt/notesSlides/_rels/notesSlide3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9.xml"/>
		</Relationships>
</file>

<file path=ppt/notesSlides/_rels/notesSlide4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0.xml"/>
		</Relationships>
</file>

<file path=ppt/notesSlides/_rels/notesSlide4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1.xml"/>
		</Relationships>
</file>

<file path=ppt/notesSlides/_rels/notesSlide4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2.xml"/>
		</Relationships>
</file>

<file path=ppt/notesSlides/_rels/notesSlide4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3.xml"/>
		</Relationships>
</file>

<file path=ppt/notesSlides/_rels/notesSlide4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4.xml"/>
		</Relationships>
</file>

<file path=ppt/notesSlides/_rels/notesSlide4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5.xml"/>
		</Relationships>
</file>

<file path=ppt/notesSlides/_rels/notesSlide4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6.xml"/>
		</Relationships>
</file>

<file path=ppt/notesSlides/_rels/notesSlide4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7.xml"/>
		</Relationships>
</file>

<file path=ppt/notesSlides/_rels/notesSlide4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8.xml"/>
		</Relationships>
</file>

<file path=ppt/notesSlides/_rels/notesSlide4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9.xml"/>
		</Relationships>
</file>

<file path=ppt/notesSlides/_rels/notesSlide4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0.xml"/>
		</Relationships>
</file>

<file path=ppt/notesSlides/_rels/notesSlide4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1.xml"/>
		</Relationships>
</file>

<file path=ppt/notesSlides/_rels/notesSlide4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2.xml"/>
		</Relationships>
</file>

<file path=ppt/notesSlides/_rels/notesSlide4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3.xml"/>
		</Relationships>
</file>

<file path=ppt/notesSlides/_rels/notesSlide4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4.xml"/>
		</Relationships>
</file>

<file path=ppt/notesSlides/_rels/notesSlide4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5.xml"/>
		</Relationships>
</file>

<file path=ppt/notesSlides/_rels/notesSlide4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6.xml"/>
		</Relationships>
</file>

<file path=ppt/notesSlides/_rels/notesSlide4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7.xml"/>
		</Relationships>
</file>

<file path=ppt/notesSlides/_rels/notesSlide4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8.xml"/>
		</Relationships>
</file>

<file path=ppt/notesSlides/_rels/notesSlide4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9.xml"/>
		</Relationships>
</file>

<file path=ppt/notesSlides/_rels/notesSlide4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0.xml"/>
		</Relationships>
</file>

<file path=ppt/notesSlides/_rels/notesSlide4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1.xml"/>
		</Relationships>
</file>

<file path=ppt/notesSlides/_rels/notesSlide4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2.xml"/>
		</Relationships>
</file>

<file path=ppt/notesSlides/_rels/notesSlide4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3.xml"/>
		</Relationships>
</file>

<file path=ppt/notesSlides/_rels/notesSlide4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4.xml"/>
		</Relationships>
</file>

<file path=ppt/notesSlides/_rels/notesSlide4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5.xml"/>
		</Relationships>
</file>

<file path=ppt/notesSlides/_rels/notesSlide4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6.xml"/>
		</Relationships>
</file>

<file path=ppt/notesSlides/_rels/notesSlide4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7.xml"/>
		</Relationships>
</file>

<file path=ppt/notesSlides/_rels/notesSlide4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8.xml"/>
		</Relationships>
</file>

<file path=ppt/notesSlides/_rels/notesSlide4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9.xml"/>
		</Relationships>
</file>

<file path=ppt/notesSlides/_rels/notesSlide4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0.xml"/>
		</Relationships>
</file>

<file path=ppt/notesSlides/_rels/notesSlide4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1.xml"/>
		</Relationships>
</file>

<file path=ppt/notesSlides/_rels/notesSlide4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2.xml"/>
		</Relationships>
</file>

<file path=ppt/notesSlides/_rels/notesSlide4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3.xml"/>
		</Relationships>
</file>

<file path=ppt/notesSlides/_rels/notesSlide4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4.xml"/>
		</Relationships>
</file>

<file path=ppt/notesSlides/_rels/notesSlide4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5.xml"/>
		</Relationships>
</file>

<file path=ppt/notesSlides/_rels/notesSlide4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6.xml"/>
		</Relationships>
</file>

<file path=ppt/notesSlides/_rels/notesSlide4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7.xml"/>
		</Relationships>
</file>

<file path=ppt/notesSlides/_rels/notesSlide4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8.xml"/>
		</Relationships>
</file>

<file path=ppt/notesSlides/_rels/notesSlide4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9.xml"/>
		</Relationships>
</file>

<file path=ppt/notesSlides/_rels/notesSlide4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0.xml"/>
		</Relationships>
</file>

<file path=ppt/notesSlides/_rels/notesSlide4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1.xml"/>
		</Relationships>
</file>

<file path=ppt/notesSlides/_rels/notesSlide4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2.xml"/>
		</Relationships>
</file>

<file path=ppt/notesSlides/_rels/notesSlide4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3.xml"/>
		</Relationships>
</file>

<file path=ppt/notesSlides/_rels/notesSlide4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4.xml"/>
		</Relationships>
</file>

<file path=ppt/notesSlides/_rels/notesSlide4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5.xml"/>
		</Relationships>
</file>

<file path=ppt/notesSlides/_rels/notesSlide4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6.xml"/>
		</Relationships>
</file>

<file path=ppt/notesSlides/_rels/notesSlide4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7.xml"/>
		</Relationships>
</file>

<file path=ppt/notesSlides/_rels/notesSlide4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8.xml"/>
		</Relationships>
</file>

<file path=ppt/notesSlides/_rels/notesSlide4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9.xml"/>
		</Relationships>
</file>

<file path=ppt/notesSlides/_rels/notesSlide4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0.xml"/>
		</Relationships>
</file>

<file path=ppt/notesSlides/_rels/notesSlide4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1.xml"/>
		</Relationships>
</file>

<file path=ppt/notesSlides/_rels/notesSlide4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2.xml"/>
		</Relationships>
</file>

<file path=ppt/notesSlides/_rels/notesSlide4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3.xml"/>
		</Relationships>
</file>

<file path=ppt/notesSlides/_rels/notesSlide4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4.xml"/>
		</Relationships>
</file>

<file path=ppt/notesSlides/_rels/notesSlide4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5.xml"/>
		</Relationships>
</file>

<file path=ppt/notesSlides/_rels/notesSlide4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6.xml"/>
		</Relationships>
</file>

<file path=ppt/notesSlides/_rels/notesSlide4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7.xml"/>
		</Relationships>
</file>

<file path=ppt/notesSlides/_rels/notesSlide4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8.xml"/>
		</Relationships>
</file>

<file path=ppt/notesSlides/_rels/notesSlide4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9.xml"/>
		</Relationships>
</file>

<file path=ppt/notesSlides/_rels/notesSlide4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0.xml"/>
		</Relationships>
</file>

<file path=ppt/notesSlides/_rels/notesSlide4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1.xml"/>
		</Relationships>
</file>

<file path=ppt/notesSlides/_rels/notesSlide4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2.xml"/>
		</Relationships>
</file>

<file path=ppt/notesSlides/_rels/notesSlide4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3.xml"/>
		</Relationships>
</file>

<file path=ppt/notesSlides/_rels/notesSlide4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4.xml"/>
		</Relationships>
</file>

<file path=ppt/notesSlides/_rels/notesSlide4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5.xml"/>
		</Relationships>
</file>

<file path=ppt/notesSlides/_rels/notesSlide4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6.xml"/>
		</Relationships>
</file>

<file path=ppt/notesSlides/_rels/notesSlide4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7.xml"/>
		</Relationships>
</file>

<file path=ppt/notesSlides/_rels/notesSlide4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8.xml"/>
		</Relationships>
</file>

<file path=ppt/notesSlides/_rels/notesSlide4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9.xml"/>
		</Relationships>
</file>

<file path=ppt/notesSlides/_rels/notesSlide4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0.xml"/>
		</Relationships>
</file>

<file path=ppt/notesSlides/_rels/notesSlide4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1.xml"/>
		</Relationships>
</file>

<file path=ppt/notesSlides/_rels/notesSlide4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2.xml"/>
		</Relationships>
</file>

<file path=ppt/notesSlides/_rels/notesSlide4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3.xml"/>
		</Relationships>
</file>

<file path=ppt/notesSlides/_rels/notesSlide4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4.xml"/>
		</Relationships>
</file>

<file path=ppt/notesSlides/_rels/notesSlide4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5.xml"/>
		</Relationships>
</file>

<file path=ppt/notesSlides/_rels/notesSlide4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6.xml"/>
		</Relationships>
</file>

<file path=ppt/notesSlides/_rels/notesSlide4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7.xml"/>
		</Relationships>
</file>

<file path=ppt/notesSlides/_rels/notesSlide4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8.xml"/>
		</Relationships>
</file>

<file path=ppt/notesSlides/_rels/notesSlide4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9.xml"/>
		</Relationships>
</file>

<file path=ppt/notesSlides/_rels/notesSlide4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0.xml"/>
		</Relationships>
</file>

<file path=ppt/notesSlides/_rels/notesSlide4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1.xml"/>
		</Relationships>
</file>

<file path=ppt/notesSlides/_rels/notesSlide4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2.xml"/>
		</Relationships>
</file>

<file path=ppt/notesSlides/_rels/notesSlide4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3.xml"/>
		</Relationships>
</file>

<file path=ppt/notesSlides/_rels/notesSlide4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pn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1.pn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pn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image-162-1.pn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63-1.pn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image-164-1.pn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166-1.pn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png"/><Relationship Id="rId2" Type="http://schemas.openxmlformats.org/officeDocument/2006/relationships/slideLayout" Target="../slideLayouts/slideLayout1.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168-1.pn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pn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pn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image-171-1.pn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image-173-1.pn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png"/><Relationship Id="rId2" Type="http://schemas.openxmlformats.org/officeDocument/2006/relationships/slideLayout" Target="../slideLayouts/slideLayou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image-175-1.png"/><Relationship Id="rId2" Type="http://schemas.openxmlformats.org/officeDocument/2006/relationships/slideLayout" Target="../slideLayouts/slideLayout1.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image-176-1.png"/><Relationship Id="rId2" Type="http://schemas.openxmlformats.org/officeDocument/2006/relationships/slideLayout" Target="../slideLayouts/slideLayout1.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image-177-1.png"/><Relationship Id="rId2" Type="http://schemas.openxmlformats.org/officeDocument/2006/relationships/slideLayout" Target="../slideLayouts/slideLayout1.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image-178-1.pn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image-179-1.png"/><Relationship Id="rId2" Type="http://schemas.openxmlformats.org/officeDocument/2006/relationships/slideLayout" Target="../slideLayouts/slideLayout1.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180-1.pn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image-181-1.png"/><Relationship Id="rId2" Type="http://schemas.openxmlformats.org/officeDocument/2006/relationships/slideLayout" Target="../slideLayouts/slideLayout1.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image-182-1.pn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image-183-1.png"/><Relationship Id="rId2" Type="http://schemas.openxmlformats.org/officeDocument/2006/relationships/slideLayout" Target="../slideLayouts/slideLayout1.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184-1.pn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image-185-1.png"/><Relationship Id="rId2" Type="http://schemas.openxmlformats.org/officeDocument/2006/relationships/slideLayout" Target="../slideLayouts/slideLayout1.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image-186-1.png"/><Relationship Id="rId2" Type="http://schemas.openxmlformats.org/officeDocument/2006/relationships/slideLayout" Target="../slideLayouts/slideLayout1.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image-187-1.png"/><Relationship Id="rId2" Type="http://schemas.openxmlformats.org/officeDocument/2006/relationships/slideLayout" Target="../slideLayouts/slideLayout1.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image-188-1.png"/><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image-189-1.png"/><Relationship Id="rId2" Type="http://schemas.openxmlformats.org/officeDocument/2006/relationships/slideLayout" Target="../slideLayouts/slideLayout1.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image-190-1.png"/><Relationship Id="rId2" Type="http://schemas.openxmlformats.org/officeDocument/2006/relationships/slideLayout" Target="../slideLayouts/slideLayout1.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91-1.png"/><Relationship Id="rId2" Type="http://schemas.openxmlformats.org/officeDocument/2006/relationships/slideLayout" Target="../slideLayouts/slideLayout1.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image-193-1.png"/><Relationship Id="rId2" Type="http://schemas.openxmlformats.org/officeDocument/2006/relationships/slideLayout" Target="../slideLayouts/slideLayout1.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image-194-1.png"/><Relationship Id="rId2" Type="http://schemas.openxmlformats.org/officeDocument/2006/relationships/slideLayout" Target="../slideLayouts/slideLayout1.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image-195-1.png"/><Relationship Id="rId2" Type="http://schemas.openxmlformats.org/officeDocument/2006/relationships/slideLayout" Target="../slideLayouts/slideLayout1.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image-196-1.png"/><Relationship Id="rId2" Type="http://schemas.openxmlformats.org/officeDocument/2006/relationships/slideLayout" Target="../slideLayouts/slideLayout1.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image-197-1.png"/><Relationship Id="rId2" Type="http://schemas.openxmlformats.org/officeDocument/2006/relationships/slideLayout" Target="../slideLayouts/slideLayout1.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image-198-1.png"/><Relationship Id="rId2" Type="http://schemas.openxmlformats.org/officeDocument/2006/relationships/slideLayout" Target="../slideLayouts/slideLayout1.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image-199-1.png"/><Relationship Id="rId2" Type="http://schemas.openxmlformats.org/officeDocument/2006/relationships/slideLayout" Target="../slideLayouts/slideLayout1.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pn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image-202-1.png"/><Relationship Id="rId2" Type="http://schemas.openxmlformats.org/officeDocument/2006/relationships/slideLayout" Target="../slideLayouts/slideLayout1.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203-1.pn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image-204-1.png"/><Relationship Id="rId2" Type="http://schemas.openxmlformats.org/officeDocument/2006/relationships/slideLayout" Target="../slideLayouts/slideLayout1.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image-205-1.png"/><Relationship Id="rId2" Type="http://schemas.openxmlformats.org/officeDocument/2006/relationships/slideLayout" Target="../slideLayouts/slideLayout1.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image-206-1.png"/><Relationship Id="rId2" Type="http://schemas.openxmlformats.org/officeDocument/2006/relationships/slideLayout" Target="../slideLayouts/slideLayout1.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image-207-1.png"/><Relationship Id="rId2" Type="http://schemas.openxmlformats.org/officeDocument/2006/relationships/slideLayout" Target="../slideLayouts/slideLayout1.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image-208-1.png"/><Relationship Id="rId2" Type="http://schemas.openxmlformats.org/officeDocument/2006/relationships/slideLayout" Target="../slideLayouts/slideLayout1.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image-209-1.png"/><Relationship Id="rId2" Type="http://schemas.openxmlformats.org/officeDocument/2006/relationships/slideLayout" Target="../slideLayouts/slideLayout1.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image-210-1.pn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image-211-1.pn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image-212-1.png"/><Relationship Id="rId2" Type="http://schemas.openxmlformats.org/officeDocument/2006/relationships/slideLayout" Target="../slideLayouts/slideLayout1.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image" Target="../media/image-213-1.png"/><Relationship Id="rId2" Type="http://schemas.openxmlformats.org/officeDocument/2006/relationships/slideLayout" Target="../slideLayouts/slideLayout1.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image-214-1.png"/><Relationship Id="rId2" Type="http://schemas.openxmlformats.org/officeDocument/2006/relationships/slideLayout" Target="../slideLayouts/slideLayout1.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image" Target="../media/image-215-1.pn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image" Target="../media/image-216-1.png"/><Relationship Id="rId2" Type="http://schemas.openxmlformats.org/officeDocument/2006/relationships/slideLayout" Target="../slideLayouts/slideLayout1.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image" Target="../media/image-217-1.png"/><Relationship Id="rId2" Type="http://schemas.openxmlformats.org/officeDocument/2006/relationships/slideLayout" Target="../slideLayouts/slideLayout1.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png"/><Relationship Id="rId2" Type="http://schemas.openxmlformats.org/officeDocument/2006/relationships/slideLayout" Target="../slideLayouts/slideLayout1.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image" Target="../media/image-219-1.png"/><Relationship Id="rId2" Type="http://schemas.openxmlformats.org/officeDocument/2006/relationships/slideLayout" Target="../slideLayouts/slideLayout1.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image" Target="../media/image-220-1.png"/><Relationship Id="rId2" Type="http://schemas.openxmlformats.org/officeDocument/2006/relationships/slideLayout" Target="../slideLayouts/slideLayout1.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image" Target="../media/image-221-1.png"/><Relationship Id="rId2" Type="http://schemas.openxmlformats.org/officeDocument/2006/relationships/slideLayout" Target="../slideLayouts/slideLayout1.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image" Target="../media/image-222-1.png"/><Relationship Id="rId2" Type="http://schemas.openxmlformats.org/officeDocument/2006/relationships/slideLayout" Target="../slideLayouts/slideLayout1.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image" Target="../media/image-223-1.png"/><Relationship Id="rId2" Type="http://schemas.openxmlformats.org/officeDocument/2006/relationships/slideLayout" Target="../slideLayouts/slideLayout1.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image" Target="../media/image-224-1.png"/><Relationship Id="rId2" Type="http://schemas.openxmlformats.org/officeDocument/2006/relationships/slideLayout" Target="../slideLayouts/slideLayout1.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image-226-1.png"/><Relationship Id="rId2" Type="http://schemas.openxmlformats.org/officeDocument/2006/relationships/slideLayout" Target="../slideLayouts/slideLayout1.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image" Target="../media/image-227-1.png"/><Relationship Id="rId2" Type="http://schemas.openxmlformats.org/officeDocument/2006/relationships/slideLayout" Target="../slideLayouts/slideLayout1.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image" Target="../media/image-228-1.png"/><Relationship Id="rId2" Type="http://schemas.openxmlformats.org/officeDocument/2006/relationships/slideLayout" Target="../slideLayouts/slideLayout1.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image" Target="../media/image-229-1.png"/><Relationship Id="rId2" Type="http://schemas.openxmlformats.org/officeDocument/2006/relationships/slideLayout" Target="../slideLayouts/slideLayout1.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image" Target="../media/image-230-1.png"/><Relationship Id="rId2" Type="http://schemas.openxmlformats.org/officeDocument/2006/relationships/slideLayout" Target="../slideLayouts/slideLayout1.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image" Target="../media/image-231-1.png"/><Relationship Id="rId2" Type="http://schemas.openxmlformats.org/officeDocument/2006/relationships/slideLayout" Target="../slideLayouts/slideLayout1.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image" Target="../media/image-232-1.png"/><Relationship Id="rId2" Type="http://schemas.openxmlformats.org/officeDocument/2006/relationships/slideLayout" Target="../slideLayouts/slideLayout1.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image" Target="../media/image-233-1.png"/><Relationship Id="rId2" Type="http://schemas.openxmlformats.org/officeDocument/2006/relationships/slideLayout" Target="../slideLayouts/slideLayout1.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image" Target="../media/image-234-1.png"/><Relationship Id="rId2" Type="http://schemas.openxmlformats.org/officeDocument/2006/relationships/slideLayout" Target="../slideLayouts/slideLayout1.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image" Target="../media/image-235-1.png"/><Relationship Id="rId2" Type="http://schemas.openxmlformats.org/officeDocument/2006/relationships/slideLayout" Target="../slideLayouts/slideLayout1.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image" Target="../media/image-236-1.png"/><Relationship Id="rId2" Type="http://schemas.openxmlformats.org/officeDocument/2006/relationships/slideLayout" Target="../slideLayouts/slideLayout1.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image" Target="../media/image-237-1.png"/><Relationship Id="rId2" Type="http://schemas.openxmlformats.org/officeDocument/2006/relationships/slideLayout" Target="../slideLayouts/slideLayout1.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image" Target="../media/image-238-1.png"/><Relationship Id="rId2" Type="http://schemas.openxmlformats.org/officeDocument/2006/relationships/slideLayout" Target="../slideLayouts/slideLayout1.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image-239-1.png"/><Relationship Id="rId2" Type="http://schemas.openxmlformats.org/officeDocument/2006/relationships/slideLayout" Target="../slideLayouts/slideLayout1.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image" Target="../media/image-240-1.png"/><Relationship Id="rId2" Type="http://schemas.openxmlformats.org/officeDocument/2006/relationships/slideLayout" Target="../slideLayouts/slideLayout1.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image" Target="../media/image-241-1.png"/><Relationship Id="rId2" Type="http://schemas.openxmlformats.org/officeDocument/2006/relationships/slideLayout" Target="../slideLayouts/slideLayout1.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image" Target="../media/image-242-1.png"/><Relationship Id="rId2" Type="http://schemas.openxmlformats.org/officeDocument/2006/relationships/slideLayout" Target="../slideLayouts/slideLayout1.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image" Target="../media/image-243-1.png"/><Relationship Id="rId2" Type="http://schemas.openxmlformats.org/officeDocument/2006/relationships/slideLayout" Target="../slideLayouts/slideLayout1.xml"/><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image" Target="../media/image-244-1.png"/><Relationship Id="rId2" Type="http://schemas.openxmlformats.org/officeDocument/2006/relationships/slideLayout" Target="../slideLayouts/slideLayout1.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image" Target="../media/image-245-1.png"/><Relationship Id="rId2" Type="http://schemas.openxmlformats.org/officeDocument/2006/relationships/slideLayout" Target="../slideLayouts/slideLayout1.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image" Target="../media/image-246-1.png"/><Relationship Id="rId2" Type="http://schemas.openxmlformats.org/officeDocument/2006/relationships/slideLayout" Target="../slideLayouts/slideLayout1.xml"/><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image" Target="../media/image-247-1.png"/><Relationship Id="rId2" Type="http://schemas.openxmlformats.org/officeDocument/2006/relationships/slideLayout" Target="../slideLayouts/slideLayout1.xml"/><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image" Target="../media/image-248-1.png"/><Relationship Id="rId2" Type="http://schemas.openxmlformats.org/officeDocument/2006/relationships/slideLayout" Target="../slideLayouts/slideLayout1.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image" Target="../media/image-249-1.png"/><Relationship Id="rId2" Type="http://schemas.openxmlformats.org/officeDocument/2006/relationships/slideLayout" Target="../slideLayouts/slideLayout1.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image" Target="../media/image-250-1.png"/><Relationship Id="rId2" Type="http://schemas.openxmlformats.org/officeDocument/2006/relationships/slideLayout" Target="../slideLayouts/slideLayout1.xml"/><Relationship Id="rId3"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image" Target="../media/image-251-1.png"/><Relationship Id="rId2" Type="http://schemas.openxmlformats.org/officeDocument/2006/relationships/slideLayout" Target="../slideLayouts/slideLayout1.xml"/><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image" Target="../media/image-253-1.png"/><Relationship Id="rId2" Type="http://schemas.openxmlformats.org/officeDocument/2006/relationships/slideLayout" Target="../slideLayouts/slideLayout1.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254-1.png"/><Relationship Id="rId2" Type="http://schemas.openxmlformats.org/officeDocument/2006/relationships/slideLayout" Target="../slideLayouts/slideLayout1.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image" Target="../media/image-255-1.png"/><Relationship Id="rId2" Type="http://schemas.openxmlformats.org/officeDocument/2006/relationships/slideLayout" Target="../slideLayouts/slideLayout1.xml"/><Relationship Id="rId3"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image" Target="../media/image-256-1.png"/><Relationship Id="rId2" Type="http://schemas.openxmlformats.org/officeDocument/2006/relationships/slideLayout" Target="../slideLayouts/slideLayout1.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image" Target="../media/image-257-1.png"/><Relationship Id="rId2" Type="http://schemas.openxmlformats.org/officeDocument/2006/relationships/slideLayout" Target="../slideLayouts/slideLayout1.xml"/><Relationship Id="rId3"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image" Target="../media/image-258-1.png"/><Relationship Id="rId2" Type="http://schemas.openxmlformats.org/officeDocument/2006/relationships/slideLayout" Target="../slideLayouts/slideLayout1.xml"/><Relationship Id="rId3"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image" Target="../media/image-259-1.png"/><Relationship Id="rId2" Type="http://schemas.openxmlformats.org/officeDocument/2006/relationships/slideLayout" Target="../slideLayouts/slideLayout1.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image" Target="../media/image-260-1.png"/><Relationship Id="rId2" Type="http://schemas.openxmlformats.org/officeDocument/2006/relationships/slideLayout" Target="../slideLayouts/slideLayout1.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261-1.png"/><Relationship Id="rId2" Type="http://schemas.openxmlformats.org/officeDocument/2006/relationships/slideLayout" Target="../slideLayouts/slideLayout1.xml"/><Relationship Id="rId3"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image" Target="../media/image-262-1.png"/><Relationship Id="rId2" Type="http://schemas.openxmlformats.org/officeDocument/2006/relationships/slideLayout" Target="../slideLayouts/slideLayout1.xml"/><Relationship Id="rId3"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image" Target="../media/image-263-1.png"/><Relationship Id="rId2" Type="http://schemas.openxmlformats.org/officeDocument/2006/relationships/slideLayout" Target="../slideLayouts/slideLayout1.xml"/><Relationship Id="rId3"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264-1.png"/><Relationship Id="rId2" Type="http://schemas.openxmlformats.org/officeDocument/2006/relationships/slideLayout" Target="../slideLayouts/slideLayout1.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265-1.png"/><Relationship Id="rId2" Type="http://schemas.openxmlformats.org/officeDocument/2006/relationships/slideLayout" Target="../slideLayouts/slideLayout1.xml"/><Relationship Id="rId3"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image" Target="../media/image-266-1.png"/><Relationship Id="rId2" Type="http://schemas.openxmlformats.org/officeDocument/2006/relationships/slideLayout" Target="../slideLayouts/slideLayout1.xml"/><Relationship Id="rId3"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267-1.png"/><Relationship Id="rId2" Type="http://schemas.openxmlformats.org/officeDocument/2006/relationships/slideLayout" Target="../slideLayouts/slideLayout1.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268-1.png"/><Relationship Id="rId2" Type="http://schemas.openxmlformats.org/officeDocument/2006/relationships/slideLayout" Target="../slideLayouts/slideLayout1.xml"/><Relationship Id="rId3"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269-1.png"/><Relationship Id="rId2" Type="http://schemas.openxmlformats.org/officeDocument/2006/relationships/slideLayout" Target="../slideLayouts/slideLayout1.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image" Target="../media/image-270-1.png"/><Relationship Id="rId2" Type="http://schemas.openxmlformats.org/officeDocument/2006/relationships/slideLayout" Target="../slideLayouts/slideLayout1.xml"/><Relationship Id="rId3"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image" Target="../media/image-271-1.png"/><Relationship Id="rId2" Type="http://schemas.openxmlformats.org/officeDocument/2006/relationships/slideLayout" Target="../slideLayouts/slideLayout1.xml"/><Relationship Id="rId3"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image" Target="../media/image-272-1.png"/><Relationship Id="rId2" Type="http://schemas.openxmlformats.org/officeDocument/2006/relationships/slideLayout" Target="../slideLayouts/slideLayout1.xml"/><Relationship Id="rId3"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image" Target="../media/image-273-1.png"/><Relationship Id="rId2" Type="http://schemas.openxmlformats.org/officeDocument/2006/relationships/slideLayout" Target="../slideLayouts/slideLayout1.xml"/><Relationship Id="rId3"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image" Target="../media/image-274-1.png"/><Relationship Id="rId2" Type="http://schemas.openxmlformats.org/officeDocument/2006/relationships/slideLayout" Target="../slideLayouts/slideLayout1.xml"/><Relationship Id="rId3"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image" Target="../media/image-275-1.png"/><Relationship Id="rId2" Type="http://schemas.openxmlformats.org/officeDocument/2006/relationships/slideLayout" Target="../slideLayouts/slideLayout1.xml"/><Relationship Id="rId3"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image" Target="../media/image-276-1.png"/><Relationship Id="rId2" Type="http://schemas.openxmlformats.org/officeDocument/2006/relationships/slideLayout" Target="../slideLayouts/slideLayout1.xml"/><Relationship Id="rId3"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image" Target="../media/image-277-1.png"/><Relationship Id="rId2" Type="http://schemas.openxmlformats.org/officeDocument/2006/relationships/slideLayout" Target="../slideLayouts/slideLayout1.xml"/><Relationship Id="rId3"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image" Target="../media/image-278-1.png"/><Relationship Id="rId2" Type="http://schemas.openxmlformats.org/officeDocument/2006/relationships/slideLayout" Target="../slideLayouts/slideLayout1.xml"/><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image" Target="../media/image-279-1.png"/><Relationship Id="rId2" Type="http://schemas.openxmlformats.org/officeDocument/2006/relationships/slideLayout" Target="../slideLayouts/slideLayout1.xml"/><Relationship Id="rId3"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image" Target="../media/image-280-1.png"/><Relationship Id="rId2" Type="http://schemas.openxmlformats.org/officeDocument/2006/relationships/slideLayout" Target="../slideLayouts/slideLayout1.xml"/><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image" Target="../media/image-281-1.png"/><Relationship Id="rId2" Type="http://schemas.openxmlformats.org/officeDocument/2006/relationships/slideLayout" Target="../slideLayouts/slideLayout1.xml"/><Relationship Id="rId3"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image" Target="../media/image-283-1.png"/><Relationship Id="rId2" Type="http://schemas.openxmlformats.org/officeDocument/2006/relationships/slideLayout" Target="../slideLayouts/slideLayout1.xml"/><Relationship Id="rId3"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image" Target="../media/image-284-1.png"/><Relationship Id="rId2" Type="http://schemas.openxmlformats.org/officeDocument/2006/relationships/slideLayout" Target="../slideLayouts/slideLayout1.xml"/><Relationship Id="rId3"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image" Target="../media/image-285-1.png"/><Relationship Id="rId2" Type="http://schemas.openxmlformats.org/officeDocument/2006/relationships/slideLayout" Target="../slideLayouts/slideLayout1.xml"/><Relationship Id="rId3"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image" Target="../media/image-286-1.png"/><Relationship Id="rId2" Type="http://schemas.openxmlformats.org/officeDocument/2006/relationships/slideLayout" Target="../slideLayouts/slideLayout1.xml"/><Relationship Id="rId3"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image" Target="../media/image-287-1.png"/><Relationship Id="rId2" Type="http://schemas.openxmlformats.org/officeDocument/2006/relationships/slideLayout" Target="../slideLayouts/slideLayout1.xml"/><Relationship Id="rId3"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image" Target="../media/image-288-1.png"/><Relationship Id="rId2" Type="http://schemas.openxmlformats.org/officeDocument/2006/relationships/slideLayout" Target="../slideLayouts/slideLayout1.xml"/><Relationship Id="rId3"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image" Target="../media/image-289-1.png"/><Relationship Id="rId2" Type="http://schemas.openxmlformats.org/officeDocument/2006/relationships/slideLayout" Target="../slideLayouts/slideLayout1.xml"/><Relationship Id="rId3"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image" Target="../media/image-290-1.png"/><Relationship Id="rId2" Type="http://schemas.openxmlformats.org/officeDocument/2006/relationships/slideLayout" Target="../slideLayouts/slideLayout1.xml"/><Relationship Id="rId3"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image" Target="../media/image-291-1.png"/><Relationship Id="rId2" Type="http://schemas.openxmlformats.org/officeDocument/2006/relationships/slideLayout" Target="../slideLayouts/slideLayout1.xml"/><Relationship Id="rId3"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image" Target="../media/image-292-1.png"/><Relationship Id="rId2" Type="http://schemas.openxmlformats.org/officeDocument/2006/relationships/slideLayout" Target="../slideLayouts/slideLayout1.xml"/><Relationship Id="rId3"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image" Target="../media/image-293-1.png"/><Relationship Id="rId2" Type="http://schemas.openxmlformats.org/officeDocument/2006/relationships/slideLayout" Target="../slideLayouts/slideLayout1.xml"/><Relationship Id="rId3"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image" Target="../media/image-294-1.png"/><Relationship Id="rId2" Type="http://schemas.openxmlformats.org/officeDocument/2006/relationships/slideLayout" Target="../slideLayouts/slideLayout1.xml"/><Relationship Id="rId3"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image" Target="../media/image-295-1.png"/><Relationship Id="rId2" Type="http://schemas.openxmlformats.org/officeDocument/2006/relationships/slideLayout" Target="../slideLayouts/slideLayout1.xml"/><Relationship Id="rId3"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image" Target="../media/image-296-1.png"/><Relationship Id="rId2" Type="http://schemas.openxmlformats.org/officeDocument/2006/relationships/slideLayout" Target="../slideLayouts/slideLayout1.xml"/><Relationship Id="rId3"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image" Target="../media/image-297-1.png"/><Relationship Id="rId2" Type="http://schemas.openxmlformats.org/officeDocument/2006/relationships/slideLayout" Target="../slideLayouts/slideLayout1.xml"/><Relationship Id="rId3"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image" Target="../media/image-298-1.png"/><Relationship Id="rId2" Type="http://schemas.openxmlformats.org/officeDocument/2006/relationships/slideLayout" Target="../slideLayouts/slideLayout1.xml"/><Relationship Id="rId3"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image" Target="../media/image-299-1.png"/><Relationship Id="rId2" Type="http://schemas.openxmlformats.org/officeDocument/2006/relationships/slideLayout" Target="../slideLayouts/slideLayout1.xml"/><Relationship Id="rId3"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image" Target="../media/image-300-1.png"/><Relationship Id="rId2" Type="http://schemas.openxmlformats.org/officeDocument/2006/relationships/slideLayout" Target="../slideLayouts/slideLayout1.xml"/><Relationship Id="rId3"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image" Target="../media/image-301-1.png"/><Relationship Id="rId2" Type="http://schemas.openxmlformats.org/officeDocument/2006/relationships/slideLayout" Target="../slideLayouts/slideLayout1.xml"/><Relationship Id="rId3"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image" Target="../media/image-302-1.png"/><Relationship Id="rId2" Type="http://schemas.openxmlformats.org/officeDocument/2006/relationships/slideLayout" Target="../slideLayouts/slideLayout1.xml"/><Relationship Id="rId3"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image" Target="../media/image-303-1.png"/><Relationship Id="rId2" Type="http://schemas.openxmlformats.org/officeDocument/2006/relationships/slideLayout" Target="../slideLayouts/slideLayout1.xml"/><Relationship Id="rId3"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image" Target="../media/image-304-1.png"/><Relationship Id="rId2" Type="http://schemas.openxmlformats.org/officeDocument/2006/relationships/slideLayout" Target="../slideLayouts/slideLayout1.xml"/><Relationship Id="rId3"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image" Target="../media/image-305-1.png"/><Relationship Id="rId2" Type="http://schemas.openxmlformats.org/officeDocument/2006/relationships/slideLayout" Target="../slideLayouts/slideLayout1.xml"/><Relationship Id="rId3"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image" Target="../media/image-306-1.png"/><Relationship Id="rId2" Type="http://schemas.openxmlformats.org/officeDocument/2006/relationships/slideLayout" Target="../slideLayouts/slideLayout1.xml"/><Relationship Id="rId3"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image" Target="../media/image-307-1.png"/><Relationship Id="rId2" Type="http://schemas.openxmlformats.org/officeDocument/2006/relationships/slideLayout" Target="../slideLayouts/slideLayout1.xml"/><Relationship Id="rId3"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image" Target="../media/image-308-1.png"/><Relationship Id="rId2" Type="http://schemas.openxmlformats.org/officeDocument/2006/relationships/slideLayout" Target="../slideLayouts/slideLayout1.xml"/><Relationship Id="rId3"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image" Target="../media/image-309-1.png"/><Relationship Id="rId2" Type="http://schemas.openxmlformats.org/officeDocument/2006/relationships/slideLayout" Target="../slideLayouts/slideLayout1.xml"/><Relationship Id="rId3"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image" Target="../media/image-310-1.png"/><Relationship Id="rId2" Type="http://schemas.openxmlformats.org/officeDocument/2006/relationships/slideLayout" Target="../slideLayouts/slideLayout1.xml"/><Relationship Id="rId3"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image" Target="../media/image-311-1.png"/><Relationship Id="rId2" Type="http://schemas.openxmlformats.org/officeDocument/2006/relationships/slideLayout" Target="../slideLayouts/slideLayout1.xml"/><Relationship Id="rId3"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image" Target="../media/image-312-1.png"/><Relationship Id="rId2" Type="http://schemas.openxmlformats.org/officeDocument/2006/relationships/slideLayout" Target="../slideLayouts/slideLayout1.xml"/><Relationship Id="rId3"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image" Target="../media/image-313-1.png"/><Relationship Id="rId2" Type="http://schemas.openxmlformats.org/officeDocument/2006/relationships/slideLayout" Target="../slideLayouts/slideLayout1.xml"/><Relationship Id="rId3"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image" Target="../media/image-314-1.png"/><Relationship Id="rId2" Type="http://schemas.openxmlformats.org/officeDocument/2006/relationships/slideLayout" Target="../slideLayouts/slideLayout1.xml"/><Relationship Id="rId3"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image" Target="../media/image-316-1.png"/><Relationship Id="rId2" Type="http://schemas.openxmlformats.org/officeDocument/2006/relationships/slideLayout" Target="../slideLayouts/slideLayout1.xml"/><Relationship Id="rId3"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image" Target="../media/image-317-1.png"/><Relationship Id="rId2" Type="http://schemas.openxmlformats.org/officeDocument/2006/relationships/slideLayout" Target="../slideLayouts/slideLayout1.xml"/><Relationship Id="rId3"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image" Target="../media/image-318-1.png"/><Relationship Id="rId2" Type="http://schemas.openxmlformats.org/officeDocument/2006/relationships/slideLayout" Target="../slideLayouts/slideLayout1.xml"/><Relationship Id="rId3"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image" Target="../media/image-319-1.png"/><Relationship Id="rId2" Type="http://schemas.openxmlformats.org/officeDocument/2006/relationships/slideLayout" Target="../slideLayouts/slideLayout1.xml"/><Relationship Id="rId3"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image" Target="../media/image-320-1.png"/><Relationship Id="rId2" Type="http://schemas.openxmlformats.org/officeDocument/2006/relationships/slideLayout" Target="../slideLayouts/slideLayout1.xml"/><Relationship Id="rId3"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image" Target="../media/image-321-1.png"/><Relationship Id="rId2" Type="http://schemas.openxmlformats.org/officeDocument/2006/relationships/slideLayout" Target="../slideLayouts/slideLayout1.xml"/><Relationship Id="rId3"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image" Target="../media/image-322-1.png"/><Relationship Id="rId2" Type="http://schemas.openxmlformats.org/officeDocument/2006/relationships/slideLayout" Target="../slideLayouts/slideLayout1.xml"/><Relationship Id="rId3"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image" Target="../media/image-323-1.png"/><Relationship Id="rId2" Type="http://schemas.openxmlformats.org/officeDocument/2006/relationships/slideLayout" Target="../slideLayouts/slideLayout1.xml"/><Relationship Id="rId3"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image" Target="../media/image-324-1.png"/><Relationship Id="rId2" Type="http://schemas.openxmlformats.org/officeDocument/2006/relationships/slideLayout" Target="../slideLayouts/slideLayout1.xml"/><Relationship Id="rId3"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image" Target="../media/image-325-1.png"/><Relationship Id="rId2" Type="http://schemas.openxmlformats.org/officeDocument/2006/relationships/slideLayout" Target="../slideLayouts/slideLayout1.xml"/><Relationship Id="rId3"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image" Target="../media/image-326-1.png"/><Relationship Id="rId2" Type="http://schemas.openxmlformats.org/officeDocument/2006/relationships/slideLayout" Target="../slideLayouts/slideLayout1.xml"/><Relationship Id="rId3"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image" Target="../media/image-327-1.png"/><Relationship Id="rId2" Type="http://schemas.openxmlformats.org/officeDocument/2006/relationships/slideLayout" Target="../slideLayouts/slideLayout1.xml"/><Relationship Id="rId3"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image" Target="../media/image-328-1.png"/><Relationship Id="rId2" Type="http://schemas.openxmlformats.org/officeDocument/2006/relationships/slideLayout" Target="../slideLayouts/slideLayout1.xml"/><Relationship Id="rId3"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image" Target="../media/image-329-1.png"/><Relationship Id="rId2" Type="http://schemas.openxmlformats.org/officeDocument/2006/relationships/slideLayout" Target="../slideLayouts/slideLayout1.xml"/><Relationship Id="rId3"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image" Target="../media/image-330-1.png"/><Relationship Id="rId2" Type="http://schemas.openxmlformats.org/officeDocument/2006/relationships/slideLayout" Target="../slideLayouts/slideLayout1.xml"/><Relationship Id="rId3"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image" Target="../media/image-331-1.png"/><Relationship Id="rId2" Type="http://schemas.openxmlformats.org/officeDocument/2006/relationships/slideLayout" Target="../slideLayouts/slideLayout1.xml"/><Relationship Id="rId3"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image" Target="../media/image-332-1.png"/><Relationship Id="rId2" Type="http://schemas.openxmlformats.org/officeDocument/2006/relationships/slideLayout" Target="../slideLayouts/slideLayout1.xml"/><Relationship Id="rId3"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image" Target="../media/image-333-1.png"/><Relationship Id="rId2" Type="http://schemas.openxmlformats.org/officeDocument/2006/relationships/slideLayout" Target="../slideLayouts/slideLayout1.xml"/><Relationship Id="rId3"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image" Target="../media/image-334-1.png"/><Relationship Id="rId2" Type="http://schemas.openxmlformats.org/officeDocument/2006/relationships/slideLayout" Target="../slideLayouts/slideLayout1.xml"/><Relationship Id="rId3"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image" Target="../media/image-335-1.png"/><Relationship Id="rId2" Type="http://schemas.openxmlformats.org/officeDocument/2006/relationships/slideLayout" Target="../slideLayouts/slideLayout1.xml"/><Relationship Id="rId3"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image" Target="../media/image-336-1.png"/><Relationship Id="rId2" Type="http://schemas.openxmlformats.org/officeDocument/2006/relationships/slideLayout" Target="../slideLayouts/slideLayout1.xml"/><Relationship Id="rId3"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image" Target="../media/image-337-1.png"/><Relationship Id="rId2" Type="http://schemas.openxmlformats.org/officeDocument/2006/relationships/slideLayout" Target="../slideLayouts/slideLayout1.xml"/><Relationship Id="rId3"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image" Target="../media/image-338-1.png"/><Relationship Id="rId2" Type="http://schemas.openxmlformats.org/officeDocument/2006/relationships/slideLayout" Target="../slideLayouts/slideLayout1.xml"/><Relationship Id="rId3"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image" Target="../media/image-340-1.png"/><Relationship Id="rId2" Type="http://schemas.openxmlformats.org/officeDocument/2006/relationships/slideLayout" Target="../slideLayouts/slideLayout1.xml"/><Relationship Id="rId3"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image" Target="../media/image-341-1.png"/><Relationship Id="rId2" Type="http://schemas.openxmlformats.org/officeDocument/2006/relationships/slideLayout" Target="../slideLayouts/slideLayout1.xml"/><Relationship Id="rId3"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image" Target="../media/image-342-1.png"/><Relationship Id="rId2" Type="http://schemas.openxmlformats.org/officeDocument/2006/relationships/slideLayout" Target="../slideLayouts/slideLayout1.xml"/><Relationship Id="rId3"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image" Target="../media/image-343-1.png"/><Relationship Id="rId2" Type="http://schemas.openxmlformats.org/officeDocument/2006/relationships/slideLayout" Target="../slideLayouts/slideLayout1.xml"/><Relationship Id="rId3"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image" Target="../media/image-344-1.png"/><Relationship Id="rId2" Type="http://schemas.openxmlformats.org/officeDocument/2006/relationships/slideLayout" Target="../slideLayouts/slideLayout1.xml"/><Relationship Id="rId3"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image" Target="../media/image-345-1.png"/><Relationship Id="rId2" Type="http://schemas.openxmlformats.org/officeDocument/2006/relationships/slideLayout" Target="../slideLayouts/slideLayout1.xml"/><Relationship Id="rId3"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image" Target="../media/image-346-1.png"/><Relationship Id="rId2" Type="http://schemas.openxmlformats.org/officeDocument/2006/relationships/slideLayout" Target="../slideLayouts/slideLayout1.xml"/><Relationship Id="rId3"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image" Target="../media/image-347-1.png"/><Relationship Id="rId2" Type="http://schemas.openxmlformats.org/officeDocument/2006/relationships/slideLayout" Target="../slideLayouts/slideLayout1.xml"/><Relationship Id="rId3"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image" Target="../media/image-348-1.png"/><Relationship Id="rId2" Type="http://schemas.openxmlformats.org/officeDocument/2006/relationships/slideLayout" Target="../slideLayouts/slideLayout1.xml"/><Relationship Id="rId3"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image" Target="../media/image-349-1.png"/><Relationship Id="rId2" Type="http://schemas.openxmlformats.org/officeDocument/2006/relationships/slideLayout" Target="../slideLayouts/slideLayout1.xml"/><Relationship Id="rId3"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image" Target="../media/image-350-1.png"/><Relationship Id="rId2" Type="http://schemas.openxmlformats.org/officeDocument/2006/relationships/slideLayout" Target="../slideLayouts/slideLayout1.xml"/><Relationship Id="rId3"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image" Target="../media/image-351-1.png"/><Relationship Id="rId2" Type="http://schemas.openxmlformats.org/officeDocument/2006/relationships/slideLayout" Target="../slideLayouts/slideLayout1.xml"/><Relationship Id="rId3"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image" Target="../media/image-352-1.png"/><Relationship Id="rId2" Type="http://schemas.openxmlformats.org/officeDocument/2006/relationships/slideLayout" Target="../slideLayouts/slideLayout1.xml"/><Relationship Id="rId3"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image" Target="../media/image-353-1.png"/><Relationship Id="rId2" Type="http://schemas.openxmlformats.org/officeDocument/2006/relationships/slideLayout" Target="../slideLayouts/slideLayout1.xml"/><Relationship Id="rId3"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image" Target="../media/image-354-1.png"/><Relationship Id="rId2" Type="http://schemas.openxmlformats.org/officeDocument/2006/relationships/slideLayout" Target="../slideLayouts/slideLayout1.xml"/><Relationship Id="rId3"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image" Target="../media/image-356-1.png"/><Relationship Id="rId2" Type="http://schemas.openxmlformats.org/officeDocument/2006/relationships/slideLayout" Target="../slideLayouts/slideLayout1.xml"/><Relationship Id="rId3"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image" Target="../media/image-357-1.png"/><Relationship Id="rId2" Type="http://schemas.openxmlformats.org/officeDocument/2006/relationships/slideLayout" Target="../slideLayouts/slideLayout1.xml"/><Relationship Id="rId3"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image" Target="../media/image-358-1.png"/><Relationship Id="rId2" Type="http://schemas.openxmlformats.org/officeDocument/2006/relationships/slideLayout" Target="../slideLayouts/slideLayout1.xml"/><Relationship Id="rId3"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image" Target="../media/image-359-1.png"/><Relationship Id="rId2" Type="http://schemas.openxmlformats.org/officeDocument/2006/relationships/slideLayout" Target="../slideLayouts/slideLayout1.xml"/><Relationship Id="rId3"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image" Target="../media/image-360-1.png"/><Relationship Id="rId2" Type="http://schemas.openxmlformats.org/officeDocument/2006/relationships/slideLayout" Target="../slideLayouts/slideLayout1.xml"/><Relationship Id="rId3"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image" Target="../media/image-361-1.png"/><Relationship Id="rId2" Type="http://schemas.openxmlformats.org/officeDocument/2006/relationships/slideLayout" Target="../slideLayouts/slideLayout1.xml"/><Relationship Id="rId3"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image" Target="../media/image-362-1.png"/><Relationship Id="rId2" Type="http://schemas.openxmlformats.org/officeDocument/2006/relationships/slideLayout" Target="../slideLayouts/slideLayout1.xml"/><Relationship Id="rId3"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image" Target="../media/image-363-1.png"/><Relationship Id="rId2" Type="http://schemas.openxmlformats.org/officeDocument/2006/relationships/slideLayout" Target="../slideLayouts/slideLayout1.xml"/><Relationship Id="rId3"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image" Target="../media/image-364-1.png"/><Relationship Id="rId2" Type="http://schemas.openxmlformats.org/officeDocument/2006/relationships/slideLayout" Target="../slideLayouts/slideLayout1.xml"/><Relationship Id="rId3"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image" Target="../media/image-365-1.png"/><Relationship Id="rId2" Type="http://schemas.openxmlformats.org/officeDocument/2006/relationships/slideLayout" Target="../slideLayouts/slideLayout1.xml"/><Relationship Id="rId3"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image" Target="../media/image-366-1.png"/><Relationship Id="rId2" Type="http://schemas.openxmlformats.org/officeDocument/2006/relationships/slideLayout" Target="../slideLayouts/slideLayout1.xml"/><Relationship Id="rId3"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image" Target="../media/image-367-1.png"/><Relationship Id="rId2" Type="http://schemas.openxmlformats.org/officeDocument/2006/relationships/slideLayout" Target="../slideLayouts/slideLayout1.xml"/><Relationship Id="rId3"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image" Target="../media/image-368-1.png"/><Relationship Id="rId2" Type="http://schemas.openxmlformats.org/officeDocument/2006/relationships/slideLayout" Target="../slideLayouts/slideLayout1.xml"/><Relationship Id="rId3"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image" Target="../media/image-369-1.png"/><Relationship Id="rId2" Type="http://schemas.openxmlformats.org/officeDocument/2006/relationships/slideLayout" Target="../slideLayouts/slideLayout1.xml"/><Relationship Id="rId3"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image" Target="../media/image-370-1.png"/><Relationship Id="rId2" Type="http://schemas.openxmlformats.org/officeDocument/2006/relationships/slideLayout" Target="../slideLayouts/slideLayout1.xml"/><Relationship Id="rId3"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image" Target="../media/image-371-1.png"/><Relationship Id="rId2" Type="http://schemas.openxmlformats.org/officeDocument/2006/relationships/slideLayout" Target="../slideLayouts/slideLayout1.xml"/><Relationship Id="rId3"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image" Target="../media/image-372-1.png"/><Relationship Id="rId2" Type="http://schemas.openxmlformats.org/officeDocument/2006/relationships/slideLayout" Target="../slideLayouts/slideLayout1.xml"/><Relationship Id="rId3"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image" Target="../media/image-373-1.png"/><Relationship Id="rId2" Type="http://schemas.openxmlformats.org/officeDocument/2006/relationships/slideLayout" Target="../slideLayouts/slideLayout1.xml"/><Relationship Id="rId3"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image" Target="../media/image-374-1.png"/><Relationship Id="rId2" Type="http://schemas.openxmlformats.org/officeDocument/2006/relationships/slideLayout" Target="../slideLayouts/slideLayout1.xml"/><Relationship Id="rId3"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image" Target="../media/image-375-1.png"/><Relationship Id="rId2" Type="http://schemas.openxmlformats.org/officeDocument/2006/relationships/slideLayout" Target="../slideLayouts/slideLayout1.xml"/><Relationship Id="rId3"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image" Target="../media/image-376-1.png"/><Relationship Id="rId2" Type="http://schemas.openxmlformats.org/officeDocument/2006/relationships/slideLayout" Target="../slideLayouts/slideLayout1.xml"/><Relationship Id="rId3"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image" Target="../media/image-377-1.png"/><Relationship Id="rId2" Type="http://schemas.openxmlformats.org/officeDocument/2006/relationships/slideLayout" Target="../slideLayouts/slideLayout1.xml"/><Relationship Id="rId3"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image" Target="../media/image-378-1.png"/><Relationship Id="rId2" Type="http://schemas.openxmlformats.org/officeDocument/2006/relationships/slideLayout" Target="../slideLayouts/slideLayout1.xml"/><Relationship Id="rId3"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image" Target="../media/image-379-1.png"/><Relationship Id="rId2" Type="http://schemas.openxmlformats.org/officeDocument/2006/relationships/slideLayout" Target="../slideLayouts/slideLayout1.xml"/><Relationship Id="rId3"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image" Target="../media/image-380-1.png"/><Relationship Id="rId2" Type="http://schemas.openxmlformats.org/officeDocument/2006/relationships/slideLayout" Target="../slideLayouts/slideLayout1.xml"/><Relationship Id="rId3"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image" Target="../media/image-381-1.png"/><Relationship Id="rId2" Type="http://schemas.openxmlformats.org/officeDocument/2006/relationships/slideLayout" Target="../slideLayouts/slideLayout1.xml"/><Relationship Id="rId3"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image" Target="../media/image-383-1.png"/><Relationship Id="rId2" Type="http://schemas.openxmlformats.org/officeDocument/2006/relationships/slideLayout" Target="../slideLayouts/slideLayout1.xml"/><Relationship Id="rId3"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image" Target="../media/image-384-1.png"/><Relationship Id="rId2" Type="http://schemas.openxmlformats.org/officeDocument/2006/relationships/slideLayout" Target="../slideLayouts/slideLayout1.xml"/><Relationship Id="rId3"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image" Target="../media/image-385-1.png"/><Relationship Id="rId2" Type="http://schemas.openxmlformats.org/officeDocument/2006/relationships/slideLayout" Target="../slideLayouts/slideLayout1.xml"/><Relationship Id="rId3"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image" Target="../media/image-386-1.png"/><Relationship Id="rId2" Type="http://schemas.openxmlformats.org/officeDocument/2006/relationships/slideLayout" Target="../slideLayouts/slideLayout1.xml"/><Relationship Id="rId3"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image" Target="../media/image-387-1.png"/><Relationship Id="rId2" Type="http://schemas.openxmlformats.org/officeDocument/2006/relationships/slideLayout" Target="../slideLayouts/slideLayout1.xml"/><Relationship Id="rId3" Type="http://schemas.openxmlformats.org/officeDocument/2006/relationships/notesSlide" Target="../notesSlides/notesSlide387.xml"/></Relationships>
</file>

<file path=ppt/slides/_rels/slide388.xml.rels><?xml version="1.0" encoding="UTF-8" standalone="yes"?>
<Relationships xmlns="http://schemas.openxmlformats.org/package/2006/relationships"><Relationship Id="rId1" Type="http://schemas.openxmlformats.org/officeDocument/2006/relationships/image" Target="../media/image-388-1.png"/><Relationship Id="rId2" Type="http://schemas.openxmlformats.org/officeDocument/2006/relationships/slideLayout" Target="../slideLayouts/slideLayout1.xml"/><Relationship Id="rId3"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image" Target="../media/image-389-1.png"/><Relationship Id="rId2" Type="http://schemas.openxmlformats.org/officeDocument/2006/relationships/slideLayout" Target="../slideLayouts/slideLayout1.xml"/><Relationship Id="rId3"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image" Target="../media/image-390-1.png"/><Relationship Id="rId2" Type="http://schemas.openxmlformats.org/officeDocument/2006/relationships/slideLayout" Target="../slideLayouts/slideLayout1.xml"/><Relationship Id="rId3"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image" Target="../media/image-391-1.png"/><Relationship Id="rId2" Type="http://schemas.openxmlformats.org/officeDocument/2006/relationships/slideLayout" Target="../slideLayouts/slideLayout1.xml"/><Relationship Id="rId3"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image" Target="../media/image-392-1.png"/><Relationship Id="rId2" Type="http://schemas.openxmlformats.org/officeDocument/2006/relationships/slideLayout" Target="../slideLayouts/slideLayout1.xml"/><Relationship Id="rId3"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image" Target="../media/image-393-1.png"/><Relationship Id="rId2" Type="http://schemas.openxmlformats.org/officeDocument/2006/relationships/slideLayout" Target="../slideLayouts/slideLayout1.xml"/><Relationship Id="rId3"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image" Target="../media/image-394-1.png"/><Relationship Id="rId2" Type="http://schemas.openxmlformats.org/officeDocument/2006/relationships/slideLayout" Target="../slideLayouts/slideLayout1.xml"/><Relationship Id="rId3"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image" Target="../media/image-395-1.png"/><Relationship Id="rId2" Type="http://schemas.openxmlformats.org/officeDocument/2006/relationships/slideLayout" Target="../slideLayouts/slideLayout1.xml"/><Relationship Id="rId3"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image" Target="../media/image-396-1.png"/><Relationship Id="rId2" Type="http://schemas.openxmlformats.org/officeDocument/2006/relationships/slideLayout" Target="../slideLayouts/slideLayout1.xml"/><Relationship Id="rId3"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image" Target="../media/image-397-1.png"/><Relationship Id="rId2" Type="http://schemas.openxmlformats.org/officeDocument/2006/relationships/slideLayout" Target="../slideLayouts/slideLayout1.xml"/><Relationship Id="rId3"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image" Target="../media/image-398-1.png"/><Relationship Id="rId2" Type="http://schemas.openxmlformats.org/officeDocument/2006/relationships/slideLayout" Target="../slideLayouts/slideLayout1.xml"/><Relationship Id="rId3"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image" Target="../media/image-399-1.png"/><Relationship Id="rId2" Type="http://schemas.openxmlformats.org/officeDocument/2006/relationships/slideLayout" Target="../slideLayouts/slideLayout1.xml"/><Relationship Id="rId3"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image" Target="../media/image-400-1.png"/><Relationship Id="rId2" Type="http://schemas.openxmlformats.org/officeDocument/2006/relationships/slideLayout" Target="../slideLayouts/slideLayout1.xml"/><Relationship Id="rId3"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image" Target="../media/image-401-1.png"/><Relationship Id="rId2" Type="http://schemas.openxmlformats.org/officeDocument/2006/relationships/slideLayout" Target="../slideLayouts/slideLayout1.xml"/><Relationship Id="rId3"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image" Target="../media/image-402-1.png"/><Relationship Id="rId2" Type="http://schemas.openxmlformats.org/officeDocument/2006/relationships/slideLayout" Target="../slideLayouts/slideLayout1.xml"/><Relationship Id="rId3"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image" Target="../media/image-403-1.png"/><Relationship Id="rId2" Type="http://schemas.openxmlformats.org/officeDocument/2006/relationships/slideLayout" Target="../slideLayouts/slideLayout1.xml"/><Relationship Id="rId3" Type="http://schemas.openxmlformats.org/officeDocument/2006/relationships/notesSlide" Target="../notesSlides/notesSlide403.xml"/></Relationships>
</file>

<file path=ppt/slides/_rels/slide404.xml.rels><?xml version="1.0" encoding="UTF-8" standalone="yes"?>
<Relationships xmlns="http://schemas.openxmlformats.org/package/2006/relationships"><Relationship Id="rId1" Type="http://schemas.openxmlformats.org/officeDocument/2006/relationships/image" Target="../media/image-404-1.png"/><Relationship Id="rId2" Type="http://schemas.openxmlformats.org/officeDocument/2006/relationships/slideLayout" Target="../slideLayouts/slideLayout1.xml"/><Relationship Id="rId3" Type="http://schemas.openxmlformats.org/officeDocument/2006/relationships/notesSlide" Target="../notesSlides/notesSlide404.xml"/></Relationships>
</file>

<file path=ppt/slides/_rels/slide405.xml.rels><?xml version="1.0" encoding="UTF-8" standalone="yes"?>
<Relationships xmlns="http://schemas.openxmlformats.org/package/2006/relationships"><Relationship Id="rId1" Type="http://schemas.openxmlformats.org/officeDocument/2006/relationships/image" Target="../media/image-405-1.png"/><Relationship Id="rId2" Type="http://schemas.openxmlformats.org/officeDocument/2006/relationships/slideLayout" Target="../slideLayouts/slideLayout1.xml"/><Relationship Id="rId3"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image" Target="../media/image-406-1.png"/><Relationship Id="rId2" Type="http://schemas.openxmlformats.org/officeDocument/2006/relationships/slideLayout" Target="../slideLayouts/slideLayout1.xml"/><Relationship Id="rId3"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image" Target="../media/image-407-1.png"/><Relationship Id="rId2" Type="http://schemas.openxmlformats.org/officeDocument/2006/relationships/slideLayout" Target="../slideLayouts/slideLayout1.xml"/><Relationship Id="rId3"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image" Target="../media/image-408-1.png"/><Relationship Id="rId2" Type="http://schemas.openxmlformats.org/officeDocument/2006/relationships/slideLayout" Target="../slideLayouts/slideLayout1.xml"/><Relationship Id="rId3"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image" Target="../media/image-409-1.png"/><Relationship Id="rId2" Type="http://schemas.openxmlformats.org/officeDocument/2006/relationships/slideLayout" Target="../slideLayouts/slideLayout1.xml"/><Relationship Id="rId3"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image" Target="../media/image-410-1.png"/><Relationship Id="rId2" Type="http://schemas.openxmlformats.org/officeDocument/2006/relationships/slideLayout" Target="../slideLayouts/slideLayout1.xml"/><Relationship Id="rId3"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image" Target="../media/image-411-1.png"/><Relationship Id="rId2" Type="http://schemas.openxmlformats.org/officeDocument/2006/relationships/slideLayout" Target="../slideLayouts/slideLayout1.xml"/><Relationship Id="rId3" Type="http://schemas.openxmlformats.org/officeDocument/2006/relationships/notesSlide" Target="../notesSlides/notesSlide411.xml"/></Relationships>
</file>

<file path=ppt/slides/_rels/slide412.xml.rels><?xml version="1.0" encoding="UTF-8" standalone="yes"?>
<Relationships xmlns="http://schemas.openxmlformats.org/package/2006/relationships"><Relationship Id="rId1" Type="http://schemas.openxmlformats.org/officeDocument/2006/relationships/image" Target="../media/image-412-1.png"/><Relationship Id="rId2" Type="http://schemas.openxmlformats.org/officeDocument/2006/relationships/slideLayout" Target="../slideLayouts/slideLayout1.xml"/><Relationship Id="rId3" Type="http://schemas.openxmlformats.org/officeDocument/2006/relationships/notesSlide" Target="../notesSlides/notesSlide412.xml"/></Relationships>
</file>

<file path=ppt/slides/_rels/slide413.xml.rels><?xml version="1.0" encoding="UTF-8" standalone="yes"?>
<Relationships xmlns="http://schemas.openxmlformats.org/package/2006/relationships"><Relationship Id="rId1" Type="http://schemas.openxmlformats.org/officeDocument/2006/relationships/image" Target="../media/image-413-1.png"/><Relationship Id="rId2" Type="http://schemas.openxmlformats.org/officeDocument/2006/relationships/slideLayout" Target="../slideLayouts/slideLayout1.xml"/><Relationship Id="rId3" Type="http://schemas.openxmlformats.org/officeDocument/2006/relationships/notesSlide" Target="../notesSlides/notesSlide41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4.xml"/></Relationships>
</file>

<file path=ppt/slides/_rels/slide415.xml.rels><?xml version="1.0" encoding="UTF-8" standalone="yes"?>
<Relationships xmlns="http://schemas.openxmlformats.org/package/2006/relationships"><Relationship Id="rId1" Type="http://schemas.openxmlformats.org/officeDocument/2006/relationships/image" Target="../media/image-415-1.png"/><Relationship Id="rId2" Type="http://schemas.openxmlformats.org/officeDocument/2006/relationships/slideLayout" Target="../slideLayouts/slideLayout1.xml"/><Relationship Id="rId3" Type="http://schemas.openxmlformats.org/officeDocument/2006/relationships/notesSlide" Target="../notesSlides/notesSlide415.xml"/></Relationships>
</file>

<file path=ppt/slides/_rels/slide416.xml.rels><?xml version="1.0" encoding="UTF-8" standalone="yes"?>
<Relationships xmlns="http://schemas.openxmlformats.org/package/2006/relationships"><Relationship Id="rId1" Type="http://schemas.openxmlformats.org/officeDocument/2006/relationships/image" Target="../media/image-416-1.png"/><Relationship Id="rId2" Type="http://schemas.openxmlformats.org/officeDocument/2006/relationships/slideLayout" Target="../slideLayouts/slideLayout1.xml"/><Relationship Id="rId3" Type="http://schemas.openxmlformats.org/officeDocument/2006/relationships/notesSlide" Target="../notesSlides/notesSlide416.xml"/></Relationships>
</file>

<file path=ppt/slides/_rels/slide417.xml.rels><?xml version="1.0" encoding="UTF-8" standalone="yes"?>
<Relationships xmlns="http://schemas.openxmlformats.org/package/2006/relationships"><Relationship Id="rId1" Type="http://schemas.openxmlformats.org/officeDocument/2006/relationships/image" Target="../media/image-417-1.png"/><Relationship Id="rId2" Type="http://schemas.openxmlformats.org/officeDocument/2006/relationships/slideLayout" Target="../slideLayouts/slideLayout1.xml"/><Relationship Id="rId3" Type="http://schemas.openxmlformats.org/officeDocument/2006/relationships/notesSlide" Target="../notesSlides/notesSlide417.xml"/></Relationships>
</file>

<file path=ppt/slides/_rels/slide418.xml.rels><?xml version="1.0" encoding="UTF-8" standalone="yes"?>
<Relationships xmlns="http://schemas.openxmlformats.org/package/2006/relationships"><Relationship Id="rId1" Type="http://schemas.openxmlformats.org/officeDocument/2006/relationships/image" Target="../media/image-418-1.png"/><Relationship Id="rId2" Type="http://schemas.openxmlformats.org/officeDocument/2006/relationships/slideLayout" Target="../slideLayouts/slideLayout1.xml"/><Relationship Id="rId3"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image" Target="../media/image-419-1.png"/><Relationship Id="rId2" Type="http://schemas.openxmlformats.org/officeDocument/2006/relationships/slideLayout" Target="../slideLayouts/slideLayout1.xml"/><Relationship Id="rId3"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image" Target="../media/image-420-1.png"/><Relationship Id="rId2" Type="http://schemas.openxmlformats.org/officeDocument/2006/relationships/slideLayout" Target="../slideLayouts/slideLayout1.xml"/><Relationship Id="rId3"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image" Target="../media/image-421-1.png"/><Relationship Id="rId2" Type="http://schemas.openxmlformats.org/officeDocument/2006/relationships/slideLayout" Target="../slideLayouts/slideLayout1.xml"/><Relationship Id="rId3"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image" Target="../media/image-422-1.png"/><Relationship Id="rId2" Type="http://schemas.openxmlformats.org/officeDocument/2006/relationships/slideLayout" Target="../slideLayouts/slideLayout1.xml"/><Relationship Id="rId3"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image" Target="../media/image-423-1.png"/><Relationship Id="rId2" Type="http://schemas.openxmlformats.org/officeDocument/2006/relationships/slideLayout" Target="../slideLayouts/slideLayout1.xml"/><Relationship Id="rId3"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image" Target="../media/image-424-1.png"/><Relationship Id="rId2" Type="http://schemas.openxmlformats.org/officeDocument/2006/relationships/slideLayout" Target="../slideLayouts/slideLayout1.xml"/><Relationship Id="rId3"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image" Target="../media/image-425-1.png"/><Relationship Id="rId2" Type="http://schemas.openxmlformats.org/officeDocument/2006/relationships/slideLayout" Target="../slideLayouts/slideLayout1.xml"/><Relationship Id="rId3"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image" Target="../media/image-426-1.png"/><Relationship Id="rId2" Type="http://schemas.openxmlformats.org/officeDocument/2006/relationships/slideLayout" Target="../slideLayouts/slideLayout1.xml"/><Relationship Id="rId3"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image" Target="../media/image-427-1.png"/><Relationship Id="rId2" Type="http://schemas.openxmlformats.org/officeDocument/2006/relationships/slideLayout" Target="../slideLayouts/slideLayout1.xml"/><Relationship Id="rId3"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image" Target="../media/image-428-1.png"/><Relationship Id="rId2" Type="http://schemas.openxmlformats.org/officeDocument/2006/relationships/slideLayout" Target="../slideLayouts/slideLayout1.xml"/><Relationship Id="rId3"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image" Target="../media/image-429-1.png"/><Relationship Id="rId2" Type="http://schemas.openxmlformats.org/officeDocument/2006/relationships/slideLayout" Target="../slideLayouts/slideLayout1.xml"/><Relationship Id="rId3"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image" Target="../media/image-430-1.png"/><Relationship Id="rId2" Type="http://schemas.openxmlformats.org/officeDocument/2006/relationships/slideLayout" Target="../slideLayouts/slideLayout1.xml"/><Relationship Id="rId3" Type="http://schemas.openxmlformats.org/officeDocument/2006/relationships/notesSlide" Target="../notesSlides/notesSlide430.xml"/></Relationships>
</file>

<file path=ppt/slides/_rels/slide431.xml.rels><?xml version="1.0" encoding="UTF-8" standalone="yes"?>
<Relationships xmlns="http://schemas.openxmlformats.org/package/2006/relationships"><Relationship Id="rId1" Type="http://schemas.openxmlformats.org/officeDocument/2006/relationships/image" Target="../media/image-431-1.png"/><Relationship Id="rId2" Type="http://schemas.openxmlformats.org/officeDocument/2006/relationships/slideLayout" Target="../slideLayouts/slideLayout1.xml"/><Relationship Id="rId3" Type="http://schemas.openxmlformats.org/officeDocument/2006/relationships/notesSlide" Target="../notesSlides/notesSlide431.xml"/></Relationships>
</file>

<file path=ppt/slides/_rels/slide432.xml.rels><?xml version="1.0" encoding="UTF-8" standalone="yes"?>
<Relationships xmlns="http://schemas.openxmlformats.org/package/2006/relationships"><Relationship Id="rId1" Type="http://schemas.openxmlformats.org/officeDocument/2006/relationships/image" Target="../media/image-432-1.png"/><Relationship Id="rId2" Type="http://schemas.openxmlformats.org/officeDocument/2006/relationships/slideLayout" Target="../slideLayouts/slideLayout1.xml"/><Relationship Id="rId3"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image" Target="../media/image-433-1.png"/><Relationship Id="rId2" Type="http://schemas.openxmlformats.org/officeDocument/2006/relationships/slideLayout" Target="../slideLayouts/slideLayout1.xml"/><Relationship Id="rId3"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4.xml"/></Relationships>
</file>

<file path=ppt/slides/_rels/slide435.xml.rels><?xml version="1.0" encoding="UTF-8" standalone="yes"?>
<Relationships xmlns="http://schemas.openxmlformats.org/package/2006/relationships"><Relationship Id="rId1" Type="http://schemas.openxmlformats.org/officeDocument/2006/relationships/image" Target="../media/image-435-1.png"/><Relationship Id="rId2" Type="http://schemas.openxmlformats.org/officeDocument/2006/relationships/slideLayout" Target="../slideLayouts/slideLayout1.xml"/><Relationship Id="rId3" Type="http://schemas.openxmlformats.org/officeDocument/2006/relationships/notesSlide" Target="../notesSlides/notesSlide435.xml"/></Relationships>
</file>

<file path=ppt/slides/_rels/slide436.xml.rels><?xml version="1.0" encoding="UTF-8" standalone="yes"?>
<Relationships xmlns="http://schemas.openxmlformats.org/package/2006/relationships"><Relationship Id="rId1" Type="http://schemas.openxmlformats.org/officeDocument/2006/relationships/image" Target="../media/image-436-1.png"/><Relationship Id="rId2" Type="http://schemas.openxmlformats.org/officeDocument/2006/relationships/slideLayout" Target="../slideLayouts/slideLayout1.xml"/><Relationship Id="rId3" Type="http://schemas.openxmlformats.org/officeDocument/2006/relationships/notesSlide" Target="../notesSlides/notesSlide436.xml"/></Relationships>
</file>

<file path=ppt/slides/_rels/slide437.xml.rels><?xml version="1.0" encoding="UTF-8" standalone="yes"?>
<Relationships xmlns="http://schemas.openxmlformats.org/package/2006/relationships"><Relationship Id="rId1" Type="http://schemas.openxmlformats.org/officeDocument/2006/relationships/image" Target="../media/image-437-1.png"/><Relationship Id="rId2" Type="http://schemas.openxmlformats.org/officeDocument/2006/relationships/slideLayout" Target="../slideLayouts/slideLayout1.xml"/><Relationship Id="rId3" Type="http://schemas.openxmlformats.org/officeDocument/2006/relationships/notesSlide" Target="../notesSlides/notesSlide437.xml"/></Relationships>
</file>

<file path=ppt/slides/_rels/slide438.xml.rels><?xml version="1.0" encoding="UTF-8" standalone="yes"?>
<Relationships xmlns="http://schemas.openxmlformats.org/package/2006/relationships"><Relationship Id="rId1" Type="http://schemas.openxmlformats.org/officeDocument/2006/relationships/image" Target="../media/image-438-1.png"/><Relationship Id="rId2" Type="http://schemas.openxmlformats.org/officeDocument/2006/relationships/slideLayout" Target="../slideLayouts/slideLayout1.xml"/><Relationship Id="rId3" Type="http://schemas.openxmlformats.org/officeDocument/2006/relationships/notesSlide" Target="../notesSlides/notesSlide438.xml"/></Relationships>
</file>

<file path=ppt/slides/_rels/slide439.xml.rels><?xml version="1.0" encoding="UTF-8" standalone="yes"?>
<Relationships xmlns="http://schemas.openxmlformats.org/package/2006/relationships"><Relationship Id="rId1" Type="http://schemas.openxmlformats.org/officeDocument/2006/relationships/image" Target="../media/image-439-1.png"/><Relationship Id="rId2" Type="http://schemas.openxmlformats.org/officeDocument/2006/relationships/slideLayout" Target="../slideLayouts/slideLayout1.xml"/><Relationship Id="rId3" Type="http://schemas.openxmlformats.org/officeDocument/2006/relationships/notesSlide" Target="../notesSlides/notesSlide439.xml"/></Relationships>
</file>

<file path=ppt/slides/_rels/slide440.xml.rels><?xml version="1.0" encoding="UTF-8" standalone="yes"?>
<Relationships xmlns="http://schemas.openxmlformats.org/package/2006/relationships"><Relationship Id="rId1" Type="http://schemas.openxmlformats.org/officeDocument/2006/relationships/image" Target="../media/image-440-1.png"/><Relationship Id="rId2" Type="http://schemas.openxmlformats.org/officeDocument/2006/relationships/slideLayout" Target="../slideLayouts/slideLayout1.xml"/><Relationship Id="rId3" Type="http://schemas.openxmlformats.org/officeDocument/2006/relationships/notesSlide" Target="../notesSlides/notesSlide440.xml"/></Relationships>
</file>

<file path=ppt/slides/_rels/slide441.xml.rels><?xml version="1.0" encoding="UTF-8" standalone="yes"?>
<Relationships xmlns="http://schemas.openxmlformats.org/package/2006/relationships"><Relationship Id="rId1" Type="http://schemas.openxmlformats.org/officeDocument/2006/relationships/image" Target="../media/image-441-1.png"/><Relationship Id="rId2" Type="http://schemas.openxmlformats.org/officeDocument/2006/relationships/slideLayout" Target="../slideLayouts/slideLayout1.xml"/><Relationship Id="rId3" Type="http://schemas.openxmlformats.org/officeDocument/2006/relationships/notesSlide" Target="../notesSlides/notesSlide441.xml"/></Relationships>
</file>

<file path=ppt/slides/_rels/slide442.xml.rels><?xml version="1.0" encoding="UTF-8" standalone="yes"?>
<Relationships xmlns="http://schemas.openxmlformats.org/package/2006/relationships"><Relationship Id="rId1" Type="http://schemas.openxmlformats.org/officeDocument/2006/relationships/image" Target="../media/image-442-1.png"/><Relationship Id="rId2" Type="http://schemas.openxmlformats.org/officeDocument/2006/relationships/slideLayout" Target="../slideLayouts/slideLayout1.xml"/><Relationship Id="rId3" Type="http://schemas.openxmlformats.org/officeDocument/2006/relationships/notesSlide" Target="../notesSlides/notesSlide442.xml"/></Relationships>
</file>

<file path=ppt/slides/_rels/slide443.xml.rels><?xml version="1.0" encoding="UTF-8" standalone="yes"?>
<Relationships xmlns="http://schemas.openxmlformats.org/package/2006/relationships"><Relationship Id="rId1" Type="http://schemas.openxmlformats.org/officeDocument/2006/relationships/image" Target="../media/image-443-1.png"/><Relationship Id="rId2" Type="http://schemas.openxmlformats.org/officeDocument/2006/relationships/slideLayout" Target="../slideLayouts/slideLayout1.xml"/><Relationship Id="rId3" Type="http://schemas.openxmlformats.org/officeDocument/2006/relationships/notesSlide" Target="../notesSlides/notesSlide443.xml"/></Relationships>
</file>

<file path=ppt/slides/_rels/slide444.xml.rels><?xml version="1.0" encoding="UTF-8" standalone="yes"?>
<Relationships xmlns="http://schemas.openxmlformats.org/package/2006/relationships"><Relationship Id="rId1" Type="http://schemas.openxmlformats.org/officeDocument/2006/relationships/image" Target="../media/image-444-1.png"/><Relationship Id="rId2" Type="http://schemas.openxmlformats.org/officeDocument/2006/relationships/slideLayout" Target="../slideLayouts/slideLayout1.xml"/><Relationship Id="rId3" Type="http://schemas.openxmlformats.org/officeDocument/2006/relationships/notesSlide" Target="../notesSlides/notesSlide444.xml"/></Relationships>
</file>

<file path=ppt/slides/_rels/slide445.xml.rels><?xml version="1.0" encoding="UTF-8" standalone="yes"?>
<Relationships xmlns="http://schemas.openxmlformats.org/package/2006/relationships"><Relationship Id="rId1" Type="http://schemas.openxmlformats.org/officeDocument/2006/relationships/image" Target="../media/image-445-1.png"/><Relationship Id="rId2" Type="http://schemas.openxmlformats.org/officeDocument/2006/relationships/slideLayout" Target="../slideLayouts/slideLayout1.xml"/><Relationship Id="rId3" Type="http://schemas.openxmlformats.org/officeDocument/2006/relationships/notesSlide" Target="../notesSlides/notesSlide445.xml"/></Relationships>
</file>

<file path=ppt/slides/_rels/slide446.xml.rels><?xml version="1.0" encoding="UTF-8" standalone="yes"?>
<Relationships xmlns="http://schemas.openxmlformats.org/package/2006/relationships"><Relationship Id="rId1" Type="http://schemas.openxmlformats.org/officeDocument/2006/relationships/image" Target="../media/image-446-1.png"/><Relationship Id="rId2" Type="http://schemas.openxmlformats.org/officeDocument/2006/relationships/slideLayout" Target="../slideLayouts/slideLayout1.xml"/><Relationship Id="rId3" Type="http://schemas.openxmlformats.org/officeDocument/2006/relationships/notesSlide" Target="../notesSlides/notesSlide446.xml"/></Relationships>
</file>

<file path=ppt/slides/_rels/slide447.xml.rels><?xml version="1.0" encoding="UTF-8" standalone="yes"?>
<Relationships xmlns="http://schemas.openxmlformats.org/package/2006/relationships"><Relationship Id="rId1" Type="http://schemas.openxmlformats.org/officeDocument/2006/relationships/image" Target="../media/image-447-1.png"/><Relationship Id="rId2" Type="http://schemas.openxmlformats.org/officeDocument/2006/relationships/slideLayout" Target="../slideLayouts/slideLayout1.xml"/><Relationship Id="rId3" Type="http://schemas.openxmlformats.org/officeDocument/2006/relationships/notesSlide" Target="../notesSlides/notesSlide447.xml"/></Relationships>
</file>

<file path=ppt/slides/_rels/slide448.xml.rels><?xml version="1.0" encoding="UTF-8" standalone="yes"?>
<Relationships xmlns="http://schemas.openxmlformats.org/package/2006/relationships"><Relationship Id="rId1" Type="http://schemas.openxmlformats.org/officeDocument/2006/relationships/image" Target="../media/image-448-1.png"/><Relationship Id="rId2" Type="http://schemas.openxmlformats.org/officeDocument/2006/relationships/slideLayout" Target="../slideLayouts/slideLayout1.xml"/><Relationship Id="rId3" Type="http://schemas.openxmlformats.org/officeDocument/2006/relationships/notesSlide" Target="../notesSlides/notesSlide448.xml"/></Relationships>
</file>

<file path=ppt/slides/_rels/slide449.xml.rels><?xml version="1.0" encoding="UTF-8" standalone="yes"?>
<Relationships xmlns="http://schemas.openxmlformats.org/package/2006/relationships"><Relationship Id="rId1" Type="http://schemas.openxmlformats.org/officeDocument/2006/relationships/image" Target="../media/image-449-1.png"/><Relationship Id="rId2" Type="http://schemas.openxmlformats.org/officeDocument/2006/relationships/slideLayout" Target="../slideLayouts/slideLayout1.xml"/><Relationship Id="rId3" Type="http://schemas.openxmlformats.org/officeDocument/2006/relationships/notesSlide" Target="../notesSlides/notesSlide449.xml"/></Relationships>
</file>

<file path=ppt/slides/_rels/slide450.xml.rels><?xml version="1.0" encoding="UTF-8" standalone="yes"?>
<Relationships xmlns="http://schemas.openxmlformats.org/package/2006/relationships"><Relationship Id="rId1" Type="http://schemas.openxmlformats.org/officeDocument/2006/relationships/image" Target="../media/image-450-1.png"/><Relationship Id="rId2" Type="http://schemas.openxmlformats.org/officeDocument/2006/relationships/slideLayout" Target="../slideLayouts/slideLayout1.xml"/><Relationship Id="rId3" Type="http://schemas.openxmlformats.org/officeDocument/2006/relationships/notesSlide" Target="../notesSlides/notesSlide450.xml"/></Relationships>
</file>

<file path=ppt/slides/_rels/slide451.xml.rels><?xml version="1.0" encoding="UTF-8" standalone="yes"?>
<Relationships xmlns="http://schemas.openxmlformats.org/package/2006/relationships"><Relationship Id="rId1" Type="http://schemas.openxmlformats.org/officeDocument/2006/relationships/image" Target="../media/image-451-1.png"/><Relationship Id="rId2" Type="http://schemas.openxmlformats.org/officeDocument/2006/relationships/slideLayout" Target="../slideLayouts/slideLayout1.xml"/><Relationship Id="rId3" Type="http://schemas.openxmlformats.org/officeDocument/2006/relationships/notesSlide" Target="../notesSlides/notesSlide451.xml"/></Relationships>
</file>

<file path=ppt/slides/_rels/slide452.xml.rels><?xml version="1.0" encoding="UTF-8" standalone="yes"?>
<Relationships xmlns="http://schemas.openxmlformats.org/package/2006/relationships"><Relationship Id="rId1" Type="http://schemas.openxmlformats.org/officeDocument/2006/relationships/image" Target="../media/image-452-1.png"/><Relationship Id="rId2" Type="http://schemas.openxmlformats.org/officeDocument/2006/relationships/slideLayout" Target="../slideLayouts/slideLayout1.xml"/><Relationship Id="rId3" Type="http://schemas.openxmlformats.org/officeDocument/2006/relationships/notesSlide" Target="../notesSlides/notesSlide452.xml"/></Relationships>
</file>

<file path=ppt/slides/_rels/slide453.xml.rels><?xml version="1.0" encoding="UTF-8" standalone="yes"?>
<Relationships xmlns="http://schemas.openxmlformats.org/package/2006/relationships"><Relationship Id="rId1" Type="http://schemas.openxmlformats.org/officeDocument/2006/relationships/image" Target="../media/image-453-1.png"/><Relationship Id="rId2" Type="http://schemas.openxmlformats.org/officeDocument/2006/relationships/slideLayout" Target="../slideLayouts/slideLayout1.xml"/><Relationship Id="rId3" Type="http://schemas.openxmlformats.org/officeDocument/2006/relationships/notesSlide" Target="../notesSlides/notesSlide453.xml"/></Relationships>
</file>

<file path=ppt/slides/_rels/slide454.xml.rels><?xml version="1.0" encoding="UTF-8" standalone="yes"?>
<Relationships xmlns="http://schemas.openxmlformats.org/package/2006/relationships"><Relationship Id="rId1" Type="http://schemas.openxmlformats.org/officeDocument/2006/relationships/image" Target="../media/image-454-1.png"/><Relationship Id="rId2" Type="http://schemas.openxmlformats.org/officeDocument/2006/relationships/slideLayout" Target="../slideLayouts/slideLayout1.xml"/><Relationship Id="rId3" Type="http://schemas.openxmlformats.org/officeDocument/2006/relationships/notesSlide" Target="../notesSlides/notesSlide454.xml"/></Relationships>
</file>

<file path=ppt/slides/_rels/slide455.xml.rels><?xml version="1.0" encoding="UTF-8" standalone="yes"?>
<Relationships xmlns="http://schemas.openxmlformats.org/package/2006/relationships"><Relationship Id="rId1" Type="http://schemas.openxmlformats.org/officeDocument/2006/relationships/image" Target="../media/image-455-1.png"/><Relationship Id="rId2" Type="http://schemas.openxmlformats.org/officeDocument/2006/relationships/slideLayout" Target="../slideLayouts/slideLayout1.xml"/><Relationship Id="rId3" Type="http://schemas.openxmlformats.org/officeDocument/2006/relationships/notesSlide" Target="../notesSlides/notesSlide455.xml"/></Relationships>
</file>

<file path=ppt/slides/_rels/slide456.xml.rels><?xml version="1.0" encoding="UTF-8" standalone="yes"?>
<Relationships xmlns="http://schemas.openxmlformats.org/package/2006/relationships"><Relationship Id="rId1" Type="http://schemas.openxmlformats.org/officeDocument/2006/relationships/image" Target="../media/image-456-1.png"/><Relationship Id="rId2" Type="http://schemas.openxmlformats.org/officeDocument/2006/relationships/slideLayout" Target="../slideLayouts/slideLayout1.xml"/><Relationship Id="rId3" Type="http://schemas.openxmlformats.org/officeDocument/2006/relationships/notesSlide" Target="../notesSlides/notesSlide456.xml"/></Relationships>
</file>

<file path=ppt/slides/_rels/slide457.xml.rels><?xml version="1.0" encoding="UTF-8" standalone="yes"?>
<Relationships xmlns="http://schemas.openxmlformats.org/package/2006/relationships"><Relationship Id="rId1" Type="http://schemas.openxmlformats.org/officeDocument/2006/relationships/image" Target="../media/image-457-1.png"/><Relationship Id="rId2" Type="http://schemas.openxmlformats.org/officeDocument/2006/relationships/slideLayout" Target="../slideLayouts/slideLayout1.xml"/><Relationship Id="rId3" Type="http://schemas.openxmlformats.org/officeDocument/2006/relationships/notesSlide" Target="../notesSlides/notesSlide457.xml"/></Relationships>
</file>

<file path=ppt/slides/_rels/slide458.xml.rels><?xml version="1.0" encoding="UTF-8" standalone="yes"?>
<Relationships xmlns="http://schemas.openxmlformats.org/package/2006/relationships"><Relationship Id="rId1" Type="http://schemas.openxmlformats.org/officeDocument/2006/relationships/image" Target="../media/image-458-1.png"/><Relationship Id="rId2" Type="http://schemas.openxmlformats.org/officeDocument/2006/relationships/slideLayout" Target="../slideLayouts/slideLayout1.xml"/><Relationship Id="rId3" Type="http://schemas.openxmlformats.org/officeDocument/2006/relationships/notesSlide" Target="../notesSlides/notesSlide45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9.xml"/></Relationships>
</file>

<file path=ppt/slides/_rels/slide460.xml.rels><?xml version="1.0" encoding="UTF-8" standalone="yes"?>
<Relationships xmlns="http://schemas.openxmlformats.org/package/2006/relationships"><Relationship Id="rId1" Type="http://schemas.openxmlformats.org/officeDocument/2006/relationships/image" Target="../media/image-460-1.png"/><Relationship Id="rId2" Type="http://schemas.openxmlformats.org/officeDocument/2006/relationships/slideLayout" Target="../slideLayouts/slideLayout1.xml"/><Relationship Id="rId3" Type="http://schemas.openxmlformats.org/officeDocument/2006/relationships/notesSlide" Target="../notesSlides/notesSlide460.xml"/></Relationships>
</file>

<file path=ppt/slides/_rels/slide461.xml.rels><?xml version="1.0" encoding="UTF-8" standalone="yes"?>
<Relationships xmlns="http://schemas.openxmlformats.org/package/2006/relationships"><Relationship Id="rId1" Type="http://schemas.openxmlformats.org/officeDocument/2006/relationships/image" Target="../media/image-461-1.png"/><Relationship Id="rId2" Type="http://schemas.openxmlformats.org/officeDocument/2006/relationships/slideLayout" Target="../slideLayouts/slideLayout1.xml"/><Relationship Id="rId3" Type="http://schemas.openxmlformats.org/officeDocument/2006/relationships/notesSlide" Target="../notesSlides/notesSlide461.xml"/></Relationships>
</file>

<file path=ppt/slides/_rels/slide462.xml.rels><?xml version="1.0" encoding="UTF-8" standalone="yes"?>
<Relationships xmlns="http://schemas.openxmlformats.org/package/2006/relationships"><Relationship Id="rId1" Type="http://schemas.openxmlformats.org/officeDocument/2006/relationships/image" Target="../media/image-462-1.png"/><Relationship Id="rId2" Type="http://schemas.openxmlformats.org/officeDocument/2006/relationships/slideLayout" Target="../slideLayouts/slideLayout1.xml"/><Relationship Id="rId3" Type="http://schemas.openxmlformats.org/officeDocument/2006/relationships/notesSlide" Target="../notesSlides/notesSlide462.xml"/></Relationships>
</file>

<file path=ppt/slides/_rels/slide463.xml.rels><?xml version="1.0" encoding="UTF-8" standalone="yes"?>
<Relationships xmlns="http://schemas.openxmlformats.org/package/2006/relationships"><Relationship Id="rId1" Type="http://schemas.openxmlformats.org/officeDocument/2006/relationships/image" Target="../media/image-463-1.png"/><Relationship Id="rId2" Type="http://schemas.openxmlformats.org/officeDocument/2006/relationships/slideLayout" Target="../slideLayouts/slideLayout1.xml"/><Relationship Id="rId3" Type="http://schemas.openxmlformats.org/officeDocument/2006/relationships/notesSlide" Target="../notesSlides/notesSlide463.xml"/></Relationships>
</file>

<file path=ppt/slides/_rels/slide464.xml.rels><?xml version="1.0" encoding="UTF-8" standalone="yes"?>
<Relationships xmlns="http://schemas.openxmlformats.org/package/2006/relationships"><Relationship Id="rId1" Type="http://schemas.openxmlformats.org/officeDocument/2006/relationships/image" Target="../media/image-464-1.png"/><Relationship Id="rId2" Type="http://schemas.openxmlformats.org/officeDocument/2006/relationships/slideLayout" Target="../slideLayouts/slideLayout1.xml"/><Relationship Id="rId3" Type="http://schemas.openxmlformats.org/officeDocument/2006/relationships/notesSlide" Target="../notesSlides/notesSlide464.xml"/></Relationships>
</file>

<file path=ppt/slides/_rels/slide465.xml.rels><?xml version="1.0" encoding="UTF-8" standalone="yes"?>
<Relationships xmlns="http://schemas.openxmlformats.org/package/2006/relationships"><Relationship Id="rId1" Type="http://schemas.openxmlformats.org/officeDocument/2006/relationships/image" Target="../media/image-465-1.png"/><Relationship Id="rId2" Type="http://schemas.openxmlformats.org/officeDocument/2006/relationships/slideLayout" Target="../slideLayouts/slideLayout1.xml"/><Relationship Id="rId3" Type="http://schemas.openxmlformats.org/officeDocument/2006/relationships/notesSlide" Target="../notesSlides/notesSlide465.xml"/></Relationships>
</file>

<file path=ppt/slides/_rels/slide466.xml.rels><?xml version="1.0" encoding="UTF-8" standalone="yes"?>
<Relationships xmlns="http://schemas.openxmlformats.org/package/2006/relationships"><Relationship Id="rId1" Type="http://schemas.openxmlformats.org/officeDocument/2006/relationships/image" Target="../media/image-466-1.png"/><Relationship Id="rId2" Type="http://schemas.openxmlformats.org/officeDocument/2006/relationships/slideLayout" Target="../slideLayouts/slideLayout1.xml"/><Relationship Id="rId3" Type="http://schemas.openxmlformats.org/officeDocument/2006/relationships/notesSlide" Target="../notesSlides/notesSlide466.xml"/></Relationships>
</file>

<file path=ppt/slides/_rels/slide467.xml.rels><?xml version="1.0" encoding="UTF-8" standalone="yes"?>
<Relationships xmlns="http://schemas.openxmlformats.org/package/2006/relationships"><Relationship Id="rId1" Type="http://schemas.openxmlformats.org/officeDocument/2006/relationships/image" Target="../media/image-467-1.png"/><Relationship Id="rId2" Type="http://schemas.openxmlformats.org/officeDocument/2006/relationships/slideLayout" Target="../slideLayouts/slideLayout1.xml"/><Relationship Id="rId3" Type="http://schemas.openxmlformats.org/officeDocument/2006/relationships/notesSlide" Target="../notesSlides/notesSlide467.xml"/></Relationships>
</file>

<file path=ppt/slides/_rels/slide468.xml.rels><?xml version="1.0" encoding="UTF-8" standalone="yes"?>
<Relationships xmlns="http://schemas.openxmlformats.org/package/2006/relationships"><Relationship Id="rId1" Type="http://schemas.openxmlformats.org/officeDocument/2006/relationships/image" Target="../media/image-468-1.png"/><Relationship Id="rId2" Type="http://schemas.openxmlformats.org/officeDocument/2006/relationships/slideLayout" Target="../slideLayouts/slideLayout1.xml"/><Relationship Id="rId3" Type="http://schemas.openxmlformats.org/officeDocument/2006/relationships/notesSlide" Target="../notesSlides/notesSlide468.xml"/></Relationships>
</file>

<file path=ppt/slides/_rels/slide469.xml.rels><?xml version="1.0" encoding="UTF-8" standalone="yes"?>
<Relationships xmlns="http://schemas.openxmlformats.org/package/2006/relationships"><Relationship Id="rId1" Type="http://schemas.openxmlformats.org/officeDocument/2006/relationships/image" Target="../media/image-469-1.png"/><Relationship Id="rId2" Type="http://schemas.openxmlformats.org/officeDocument/2006/relationships/slideLayout" Target="../slideLayouts/slideLayout1.xml"/><Relationship Id="rId3" Type="http://schemas.openxmlformats.org/officeDocument/2006/relationships/notesSlide" Target="../notesSlides/notesSlide469.xml"/></Relationships>
</file>

<file path=ppt/slides/_rels/slide470.xml.rels><?xml version="1.0" encoding="UTF-8" standalone="yes"?>
<Relationships xmlns="http://schemas.openxmlformats.org/package/2006/relationships"><Relationship Id="rId1" Type="http://schemas.openxmlformats.org/officeDocument/2006/relationships/image" Target="../media/image-470-1.png"/><Relationship Id="rId2" Type="http://schemas.openxmlformats.org/officeDocument/2006/relationships/slideLayout" Target="../slideLayouts/slideLayout1.xml"/><Relationship Id="rId3" Type="http://schemas.openxmlformats.org/officeDocument/2006/relationships/notesSlide" Target="../notesSlides/notesSlide470.xml"/></Relationships>
</file>

<file path=ppt/slides/_rels/slide471.xml.rels><?xml version="1.0" encoding="UTF-8" standalone="yes"?>
<Relationships xmlns="http://schemas.openxmlformats.org/package/2006/relationships"><Relationship Id="rId1" Type="http://schemas.openxmlformats.org/officeDocument/2006/relationships/image" Target="../media/image-471-1.png"/><Relationship Id="rId2" Type="http://schemas.openxmlformats.org/officeDocument/2006/relationships/slideLayout" Target="../slideLayouts/slideLayout1.xml"/><Relationship Id="rId3" Type="http://schemas.openxmlformats.org/officeDocument/2006/relationships/notesSlide" Target="../notesSlides/notesSlide471.xml"/></Relationships>
</file>

<file path=ppt/slides/_rels/slide472.xml.rels><?xml version="1.0" encoding="UTF-8" standalone="yes"?>
<Relationships xmlns="http://schemas.openxmlformats.org/package/2006/relationships"><Relationship Id="rId1" Type="http://schemas.openxmlformats.org/officeDocument/2006/relationships/image" Target="../media/image-472-1.png"/><Relationship Id="rId2" Type="http://schemas.openxmlformats.org/officeDocument/2006/relationships/slideLayout" Target="../slideLayouts/slideLayout1.xml"/><Relationship Id="rId3" Type="http://schemas.openxmlformats.org/officeDocument/2006/relationships/notesSlide" Target="../notesSlides/notesSlide472.xml"/></Relationships>
</file>

<file path=ppt/slides/_rels/slide473.xml.rels><?xml version="1.0" encoding="UTF-8" standalone="yes"?>
<Relationships xmlns="http://schemas.openxmlformats.org/package/2006/relationships"><Relationship Id="rId1" Type="http://schemas.openxmlformats.org/officeDocument/2006/relationships/image" Target="../media/image-473-1.png"/><Relationship Id="rId2" Type="http://schemas.openxmlformats.org/officeDocument/2006/relationships/slideLayout" Target="../slideLayouts/slideLayout1.xml"/><Relationship Id="rId3" Type="http://schemas.openxmlformats.org/officeDocument/2006/relationships/notesSlide" Target="../notesSlides/notesSlide473.xml"/></Relationships>
</file>

<file path=ppt/slides/_rels/slide474.xml.rels><?xml version="1.0" encoding="UTF-8" standalone="yes"?>
<Relationships xmlns="http://schemas.openxmlformats.org/package/2006/relationships"><Relationship Id="rId1" Type="http://schemas.openxmlformats.org/officeDocument/2006/relationships/image" Target="../media/image-474-1.png"/><Relationship Id="rId2" Type="http://schemas.openxmlformats.org/officeDocument/2006/relationships/slideLayout" Target="../slideLayouts/slideLayout1.xml"/><Relationship Id="rId3" Type="http://schemas.openxmlformats.org/officeDocument/2006/relationships/notesSlide" Target="../notesSlides/notesSlide474.xml"/></Relationships>
</file>

<file path=ppt/slides/_rels/slide475.xml.rels><?xml version="1.0" encoding="UTF-8" standalone="yes"?>
<Relationships xmlns="http://schemas.openxmlformats.org/package/2006/relationships"><Relationship Id="rId1" Type="http://schemas.openxmlformats.org/officeDocument/2006/relationships/image" Target="../media/image-475-1.png"/><Relationship Id="rId2" Type="http://schemas.openxmlformats.org/officeDocument/2006/relationships/slideLayout" Target="../slideLayouts/slideLayout1.xml"/><Relationship Id="rId3" Type="http://schemas.openxmlformats.org/officeDocument/2006/relationships/notesSlide" Target="../notesSlides/notesSlide475.xml"/></Relationships>
</file>

<file path=ppt/slides/_rels/slide476.xml.rels><?xml version="1.0" encoding="UTF-8" standalone="yes"?>
<Relationships xmlns="http://schemas.openxmlformats.org/package/2006/relationships"><Relationship Id="rId1" Type="http://schemas.openxmlformats.org/officeDocument/2006/relationships/image" Target="../media/image-476-1.png"/><Relationship Id="rId2" Type="http://schemas.openxmlformats.org/officeDocument/2006/relationships/slideLayout" Target="../slideLayouts/slideLayout1.xml"/><Relationship Id="rId3" Type="http://schemas.openxmlformats.org/officeDocument/2006/relationships/notesSlide" Target="../notesSlides/notesSlide476.xml"/></Relationships>
</file>

<file path=ppt/slides/_rels/slide477.xml.rels><?xml version="1.0" encoding="UTF-8" standalone="yes"?>
<Relationships xmlns="http://schemas.openxmlformats.org/package/2006/relationships"><Relationship Id="rId1" Type="http://schemas.openxmlformats.org/officeDocument/2006/relationships/image" Target="../media/image-477-1.png"/><Relationship Id="rId2" Type="http://schemas.openxmlformats.org/officeDocument/2006/relationships/slideLayout" Target="../slideLayouts/slideLayout1.xml"/><Relationship Id="rId3" Type="http://schemas.openxmlformats.org/officeDocument/2006/relationships/notesSlide" Target="../notesSlides/notesSlide477.xml"/></Relationships>
</file>

<file path=ppt/slides/_rels/slide478.xml.rels><?xml version="1.0" encoding="UTF-8" standalone="yes"?>
<Relationships xmlns="http://schemas.openxmlformats.org/package/2006/relationships"><Relationship Id="rId1" Type="http://schemas.openxmlformats.org/officeDocument/2006/relationships/image" Target="../media/image-478-1.png"/><Relationship Id="rId2" Type="http://schemas.openxmlformats.org/officeDocument/2006/relationships/slideLayout" Target="../slideLayouts/slideLayout1.xml"/><Relationship Id="rId3" Type="http://schemas.openxmlformats.org/officeDocument/2006/relationships/notesSlide" Target="../notesSlides/notesSlide478.xml"/></Relationships>
</file>

<file path=ppt/slides/_rels/slide479.xml.rels><?xml version="1.0" encoding="UTF-8" standalone="yes"?>
<Relationships xmlns="http://schemas.openxmlformats.org/package/2006/relationships"><Relationship Id="rId1" Type="http://schemas.openxmlformats.org/officeDocument/2006/relationships/image" Target="../media/image-479-1.png"/><Relationship Id="rId2" Type="http://schemas.openxmlformats.org/officeDocument/2006/relationships/slideLayout" Target="../slideLayouts/slideLayout1.xml"/><Relationship Id="rId3" Type="http://schemas.openxmlformats.org/officeDocument/2006/relationships/notesSlide" Target="../notesSlides/notesSlide479.xml"/></Relationships>
</file>

<file path=ppt/slides/_rels/slide480.xml.rels><?xml version="1.0" encoding="UTF-8" standalone="yes"?>
<Relationships xmlns="http://schemas.openxmlformats.org/package/2006/relationships"><Relationship Id="rId1" Type="http://schemas.openxmlformats.org/officeDocument/2006/relationships/image" Target="../media/image-480-1.png"/><Relationship Id="rId2" Type="http://schemas.openxmlformats.org/officeDocument/2006/relationships/slideLayout" Target="../slideLayouts/slideLayout1.xml"/><Relationship Id="rId3" Type="http://schemas.openxmlformats.org/officeDocument/2006/relationships/notesSlide" Target="../notesSlides/notesSlide480.xml"/></Relationships>
</file>

<file path=ppt/slides/_rels/slide481.xml.rels><?xml version="1.0" encoding="UTF-8" standalone="yes"?>
<Relationships xmlns="http://schemas.openxmlformats.org/package/2006/relationships"><Relationship Id="rId1" Type="http://schemas.openxmlformats.org/officeDocument/2006/relationships/image" Target="../media/image-481-1.png"/><Relationship Id="rId2" Type="http://schemas.openxmlformats.org/officeDocument/2006/relationships/slideLayout" Target="../slideLayouts/slideLayout1.xml"/><Relationship Id="rId3" Type="http://schemas.openxmlformats.org/officeDocument/2006/relationships/notesSlide" Target="../notesSlides/notesSlide481.xml"/></Relationships>
</file>

<file path=ppt/slides/_rels/slide482.xml.rels><?xml version="1.0" encoding="UTF-8" standalone="yes"?>
<Relationships xmlns="http://schemas.openxmlformats.org/package/2006/relationships"><Relationship Id="rId1" Type="http://schemas.openxmlformats.org/officeDocument/2006/relationships/image" Target="../media/image-482-1.png"/><Relationship Id="rId2" Type="http://schemas.openxmlformats.org/officeDocument/2006/relationships/slideLayout" Target="../slideLayouts/slideLayout1.xml"/><Relationship Id="rId3" Type="http://schemas.openxmlformats.org/officeDocument/2006/relationships/notesSlide" Target="../notesSlides/notesSlide482.xml"/></Relationships>
</file>

<file path=ppt/slides/_rels/slide483.xml.rels><?xml version="1.0" encoding="UTF-8" standalone="yes"?>
<Relationships xmlns="http://schemas.openxmlformats.org/package/2006/relationships"><Relationship Id="rId1" Type="http://schemas.openxmlformats.org/officeDocument/2006/relationships/image" Target="../media/image-483-1.png"/><Relationship Id="rId2" Type="http://schemas.openxmlformats.org/officeDocument/2006/relationships/slideLayout" Target="../slideLayouts/slideLayout1.xml"/><Relationship Id="rId3" Type="http://schemas.openxmlformats.org/officeDocument/2006/relationships/notesSlide" Target="../notesSlides/notesSlide483.xml"/></Relationships>
</file>

<file path=ppt/slides/_rels/slide484.xml.rels><?xml version="1.0" encoding="UTF-8" standalone="yes"?>
<Relationships xmlns="http://schemas.openxmlformats.org/package/2006/relationships"><Relationship Id="rId1" Type="http://schemas.openxmlformats.org/officeDocument/2006/relationships/image" Target="../media/image-484-1.png"/><Relationship Id="rId2" Type="http://schemas.openxmlformats.org/officeDocument/2006/relationships/slideLayout" Target="../slideLayouts/slideLayout1.xml"/><Relationship Id="rId3" Type="http://schemas.openxmlformats.org/officeDocument/2006/relationships/notesSlide" Target="../notesSlides/notesSlide48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548640" y="155448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Fully corrected 3D φ_h fits</a:t>
            </a:r>
            <a:endParaRPr lang="en-US" sz="4000" dirty="0"/>
          </a:p>
        </p:txBody>
      </p:sp>
      <p:sp>
        <p:nvSpPr>
          <p:cNvPr id="3" name="Text 1"/>
          <p:cNvSpPr/>
          <p:nvPr/>
        </p:nvSpPr>
        <p:spPr>
          <a:xfrm>
            <a:off x="548640" y="2331720"/>
            <a:ext cx="10972800" cy="365760"/>
          </a:xfrm>
          <a:prstGeom prst="rect">
            <a:avLst/>
          </a:prstGeom>
          <a:noFill/>
          <a:ln/>
        </p:spPr>
        <p:txBody>
          <a:bodyPr wrap="square" lIns="0" tIns="0" rIns="0" bIns="0" rtlCol="0" anchor="ctr"/>
          <a:lstStyle/>
          <a:p>
            <a:pPr indent="0" marL="0">
              <a:buNone/>
            </a:pPr>
            <a:r>
              <a:rPr lang="en-US" sz="1800" dirty="0">
                <a:solidFill>
                  <a:srgbClr val="D5E2E8"/>
                </a:solidFill>
                <a:latin typeface="Calibri" pitchFamily="34" charset="0"/>
                <a:ea typeface="Calibri" pitchFamily="34" charset="-122"/>
                <a:cs typeface="Calibri" pitchFamily="34" charset="-120"/>
              </a:rPr>
              <a:t>BC + RC Bayesian  ·  acc020 Zeroth Order  ·  26 October 2026</a:t>
            </a:r>
            <a:endParaRPr lang="en-US" sz="1800" dirty="0"/>
          </a:p>
        </p:txBody>
      </p:sp>
      <p:sp>
        <p:nvSpPr>
          <p:cNvPr id="4" name="Text 2"/>
          <p:cNvSpPr/>
          <p:nvPr/>
        </p:nvSpPr>
        <p:spPr>
          <a:xfrm>
            <a:off x="548640" y="3108960"/>
            <a:ext cx="9601200" cy="8229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Refinement, native φ_h overlays, and a quantitative comparison with the July 2026 5D weights.</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The next Monte Carlo iteration was not started.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What was refined</a:t>
            </a:r>
            <a:endParaRPr lang="en-US" sz="2400" dirty="0"/>
          </a:p>
        </p:txBody>
      </p:sp>
      <p:sp>
        <p:nvSpPr>
          <p:cNvPr id="4" name="Text 2"/>
          <p:cNvSpPr/>
          <p:nvPr/>
        </p:nvSpPr>
        <p:spPr>
          <a:xfrm>
            <a:off x="457200" y="960120"/>
            <a:ext cx="6949440" cy="5120640"/>
          </a:xfrm>
          <a:prstGeom prst="rect">
            <a:avLst/>
          </a:prstGeom>
          <a:noFill/>
          <a:ln/>
        </p:spPr>
        <p:txBody>
          <a:bodyPr wrap="square" lIns="0" tIns="0" rIns="0" bIns="0" rtlCol="0" anchor="ctr"/>
          <a:lstStyle/>
          <a:p>
            <a:pPr indent="0" marL="0">
              <a:spcAft>
                <a:spcPts val="800"/>
              </a:spcAft>
              <a:buNone/>
            </a:pPr>
            <a:r>
              <a:rPr lang="en-US" sz="1600" b="1" dirty="0">
                <a:solidFill>
                  <a:srgbClr val="1C2833"/>
                </a:solidFill>
                <a:latin typeface="Calibri" pitchFamily="34" charset="0"/>
                <a:ea typeface="Calibri" pitchFamily="34" charset="-122"/>
                <a:cs typeface="Calibri" pitchFamily="34" charset="-120"/>
              </a:rPr>
              <a:t>Input</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Unfolded_Simple_3D_Final_Thesis_Bank_</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rho0_new_acc020_Zeroth_Order_Full.root</a:t>
            </a:r>
            <a:endParaRPr lang="en-US" sz="1600" dirty="0"/>
          </a:p>
          <a:p>
            <a:pPr indent="0" marL="0">
              <a:spcAft>
                <a:spcPts val="800"/>
              </a:spcAft>
              <a:buNone/>
            </a:pPr>
            <a:r>
              <a:rPr lang="en-US" sz="1600" b="1" dirty="0">
                <a:solidFill>
                  <a:srgbClr val="1C2833"/>
                </a:solidFill>
                <a:latin typeface="Calibri" pitchFamily="34" charset="0"/>
                <a:ea typeface="Calibri" pitchFamily="34" charset="-122"/>
                <a:cs typeface="Calibri" pitchFamily="34" charset="-120"/>
              </a:rPr>
              <a:t>Family</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3D BC_RC_Bayesian only. Acceptance-only, RC-only, and 5D were not refit.</a:t>
            </a:r>
            <a:endParaRPr lang="en-US" sz="1600" dirty="0"/>
          </a:p>
          <a:p>
            <a:pPr indent="0" marL="0">
              <a:spcAft>
                <a:spcPts val="800"/>
              </a:spcAft>
              <a:buNone/>
            </a:pPr>
            <a:r>
              <a:rPr lang="en-US" sz="1600" b="1" dirty="0">
                <a:solidFill>
                  <a:srgbClr val="1C2833"/>
                </a:solidFill>
                <a:latin typeface="Calibri" pitchFamily="34" charset="0"/>
                <a:ea typeface="Calibri" pitchFamily="34" charset="-122"/>
                <a:cs typeface="Calibri" pitchFamily="34" charset="-120"/>
              </a:rPr>
              <a:t>Coverage</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All 452 Q²-y and z-pT bins that have a 3D BC+RC φ_h histogram.</a:t>
            </a:r>
            <a:endParaRPr lang="en-US" sz="1600" dirty="0"/>
          </a:p>
          <a:p>
            <a:pPr indent="0" marL="0">
              <a:spcAft>
                <a:spcPts val="800"/>
              </a:spcAft>
              <a:buNone/>
            </a:pPr>
            <a:r>
              <a:rPr lang="en-US" sz="1600" b="1" dirty="0">
                <a:solidFill>
                  <a:srgbClr val="1C2833"/>
                </a:solidFill>
                <a:latin typeface="Calibri" pitchFamily="34" charset="0"/>
                <a:ea typeface="Calibri" pitchFamily="34" charset="-122"/>
                <a:cs typeface="Calibri" pitchFamily="34" charset="-120"/>
              </a:rPr>
              <a:t>Fit</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A(1 + B cos φ_h + C cos 2φ_h), histogram uncertainties, spline initialization.</a:t>
            </a:r>
            <a:endParaRPr lang="en-US" sz="1600" dirty="0"/>
          </a:p>
          <a:p>
            <a:pPr indent="0" marL="0">
              <a:spcAft>
                <a:spcPts val="800"/>
              </a:spcAft>
              <a:buNone/>
            </a:pPr>
            <a:r>
              <a:rPr lang="en-US" sz="1600" b="1" dirty="0">
                <a:solidFill>
                  <a:srgbClr val="1C2833"/>
                </a:solidFill>
                <a:latin typeface="Calibri" pitchFamily="34" charset="0"/>
                <a:ea typeface="Calibri" pitchFamily="34" charset="-122"/>
                <a:cs typeface="Calibri" pitchFamily="34" charset="-120"/>
              </a:rPr>
              <a:t>Passes</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One full remake, then one Q²-y 9 remake after a tagged guide for bin (9, 32).</a:t>
            </a:r>
            <a:endParaRPr lang="en-US" sz="1600" dirty="0"/>
          </a:p>
        </p:txBody>
      </p:sp>
      <p:sp>
        <p:nvSpPr>
          <p:cNvPr id="5" name="Shape 3"/>
          <p:cNvSpPr/>
          <p:nvPr/>
        </p:nvSpPr>
        <p:spPr>
          <a:xfrm>
            <a:off x="7680960" y="1051560"/>
            <a:ext cx="4023360" cy="4297680"/>
          </a:xfrm>
          <a:prstGeom prst="rect">
            <a:avLst/>
          </a:prstGeom>
          <a:solidFill>
            <a:srgbClr val="FFFCF8"/>
          </a:solidFill>
          <a:ln/>
        </p:spPr>
      </p:sp>
      <p:sp>
        <p:nvSpPr>
          <p:cNvPr id="6" name="Text 4"/>
          <p:cNvSpPr/>
          <p:nvPr/>
        </p:nvSpPr>
        <p:spPr>
          <a:xfrm>
            <a:off x="7863840" y="1234440"/>
            <a:ext cx="3657600" cy="3931920"/>
          </a:xfrm>
          <a:prstGeom prst="rect">
            <a:avLst/>
          </a:prstGeom>
          <a:noFill/>
          <a:ln/>
        </p:spPr>
        <p:txBody>
          <a:bodyPr wrap="square" lIns="0" tIns="0" rIns="0" bIns="0" rtlCol="0" anchor="ctr"/>
          <a:lstStyle/>
          <a:p>
            <a:pPr indent="0" marL="0">
              <a:buNone/>
            </a:pPr>
            <a:r>
              <a:rPr lang="en-US" sz="1500" dirty="0">
                <a:solidFill>
                  <a:srgbClr val="1C2833"/>
                </a:solidFill>
                <a:latin typeface="Calibri" pitchFamily="34" charset="0"/>
                <a:ea typeface="Calibri" pitchFamily="34" charset="-122"/>
                <a:cs typeface="Calibri" pitchFamily="34" charset="-120"/>
              </a:rPr>
              <a:t>Preserved in the same ROOT file</a:t>
            </a:r>
            <a:endParaRPr lang="en-US" sz="1500" dirty="0"/>
          </a:p>
          <a:p>
            <a:pPr indent="0" marL="0">
              <a:buNone/>
            </a:pPr>
            <a:endParaRPr lang="en-US" sz="1500" dirty="0"/>
          </a:p>
          <a:p>
            <a:pPr indent="0" marL="0">
              <a:buNone/>
            </a:pPr>
            <a:r>
              <a:rPr lang="en-US" sz="1500" dirty="0">
                <a:solidFill>
                  <a:srgbClr val="1C2833"/>
                </a:solidFill>
                <a:latin typeface="Calibri" pitchFamily="34" charset="0"/>
                <a:ea typeface="Calibri" pitchFamily="34" charset="-122"/>
                <a:cs typeface="Calibri" pitchFamily="34" charset="-120"/>
              </a:rPr>
              <a:t>452 Bayesian φ_h histograms</a:t>
            </a:r>
            <a:endParaRPr lang="en-US" sz="1500" dirty="0"/>
          </a:p>
          <a:p>
            <a:pPr indent="0" marL="0">
              <a:buNone/>
            </a:pPr>
            <a:r>
              <a:rPr lang="en-US" sz="1500" dirty="0">
                <a:solidFill>
                  <a:srgbClr val="1C2833"/>
                </a:solidFill>
                <a:latin typeface="Calibri" pitchFamily="34" charset="0"/>
                <a:ea typeface="Calibri" pitchFamily="34" charset="-122"/>
                <a:cs typeface="Calibri" pitchFamily="34" charset="-120"/>
              </a:rPr>
              <a:t>452 RC φ_h histograms</a:t>
            </a:r>
            <a:endParaRPr lang="en-US" sz="1500" dirty="0"/>
          </a:p>
          <a:p>
            <a:pPr indent="0" marL="0">
              <a:buNone/>
            </a:pPr>
            <a:r>
              <a:rPr lang="en-US" sz="1500" dirty="0">
                <a:solidFill>
                  <a:srgbClr val="1C2833"/>
                </a:solidFill>
                <a:latin typeface="Calibri" pitchFamily="34" charset="0"/>
                <a:ea typeface="Calibri" pitchFamily="34" charset="-122"/>
                <a:cs typeface="Calibri" pitchFamily="34" charset="-120"/>
              </a:rPr>
              <a:t>452 BC+RC φ_h histograms</a:t>
            </a:r>
            <a:endParaRPr lang="en-US" sz="1500" dirty="0"/>
          </a:p>
          <a:p>
            <a:pPr indent="0" marL="0">
              <a:buNone/>
            </a:pPr>
            <a:endParaRPr lang="en-US" sz="1500" dirty="0"/>
          </a:p>
          <a:p>
            <a:pPr indent="0" marL="0">
              <a:buNone/>
            </a:pPr>
            <a:r>
              <a:rPr lang="en-US" sz="1500" dirty="0">
                <a:solidFill>
                  <a:srgbClr val="1C2833"/>
                </a:solidFill>
                <a:latin typeface="Calibri" pitchFamily="34" charset="0"/>
                <a:ea typeface="Calibri" pitchFamily="34" charset="-122"/>
                <a:cs typeface="Calibri" pitchFamily="34" charset="-120"/>
              </a:rPr>
              <a:t>Fit objects were written only for BC+RC (452). No extra working copy of the ROOT file.</a:t>
            </a:r>
            <a:endParaRPr lang="en-US" sz="1500" dirty="0"/>
          </a:p>
        </p:txBody>
      </p:sp>
      <p:sp>
        <p:nvSpPr>
          <p:cNvPr id="7" name="Shape 5"/>
          <p:cNvSpPr/>
          <p:nvPr/>
        </p:nvSpPr>
        <p:spPr>
          <a:xfrm>
            <a:off x="0" y="6601968"/>
            <a:ext cx="12191695" cy="256032"/>
          </a:xfrm>
          <a:prstGeom prst="rect">
            <a:avLst/>
          </a:prstGeom>
          <a:solidFill>
            <a:srgbClr val="1B3A4B"/>
          </a:solidFill>
          <a:ln/>
        </p:spPr>
      </p:sp>
      <p:sp>
        <p:nvSpPr>
          <p:cNvPr id="8" name="Text 6"/>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Selective write. Unselected families were not refit.</a:t>
            </a:r>
            <a:endParaRPr lang="en-US" sz="1100" dirty="0"/>
          </a:p>
        </p:txBody>
      </p:sp>
      <p:sp>
        <p:nvSpPr>
          <p:cNvPr id="9" name="Text 7"/>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Where each correction is applied</a:t>
            </a:r>
            <a:endParaRPr lang="en-US" sz="2400" dirty="0"/>
          </a:p>
        </p:txBody>
      </p:sp>
      <p:sp>
        <p:nvSpPr>
          <p:cNvPr id="4" name="Shape 2"/>
          <p:cNvSpPr/>
          <p:nvPr/>
        </p:nvSpPr>
        <p:spPr>
          <a:xfrm>
            <a:off x="365760" y="960120"/>
            <a:ext cx="5623560" cy="5349240"/>
          </a:xfrm>
          <a:prstGeom prst="rect">
            <a:avLst/>
          </a:prstGeom>
          <a:solidFill>
            <a:srgbClr val="FFFCF8"/>
          </a:solidFill>
          <a:ln/>
        </p:spPr>
      </p:sp>
      <p:sp>
        <p:nvSpPr>
          <p:cNvPr id="5" name="Shape 3"/>
          <p:cNvSpPr/>
          <p:nvPr/>
        </p:nvSpPr>
        <p:spPr>
          <a:xfrm>
            <a:off x="6172200" y="960120"/>
            <a:ext cx="5623560" cy="5349240"/>
          </a:xfrm>
          <a:prstGeom prst="rect">
            <a:avLst/>
          </a:prstGeom>
          <a:solidFill>
            <a:srgbClr val="FFFCF8"/>
          </a:solidFill>
          <a:ln/>
        </p:spPr>
      </p:sp>
      <p:sp>
        <p:nvSpPr>
          <p:cNvPr id="6" name="Text 4"/>
          <p:cNvSpPr/>
          <p:nvPr/>
        </p:nvSpPr>
        <p:spPr>
          <a:xfrm>
            <a:off x="548640" y="1097280"/>
            <a:ext cx="5257800" cy="365760"/>
          </a:xfrm>
          <a:prstGeom prst="rect">
            <a:avLst/>
          </a:prstGeom>
          <a:noFill/>
          <a:ln/>
        </p:spPr>
        <p:txBody>
          <a:bodyPr wrap="square" lIns="0" tIns="0" rIns="0" bIns="0" rtlCol="0" anchor="ctr"/>
          <a:lstStyle/>
          <a:p>
            <a:pPr indent="0" marL="0">
              <a:buNone/>
            </a:pPr>
            <a:r>
              <a:rPr lang="en-US" sz="1800" dirty="0">
                <a:solidFill>
                  <a:srgbClr val="1B3A4B"/>
                </a:solidFill>
                <a:latin typeface="Georgia" pitchFamily="34" charset="0"/>
                <a:ea typeface="Georgia" pitchFamily="34" charset="-122"/>
                <a:cs typeface="Georgia" pitchFamily="34" charset="-120"/>
              </a:rPr>
              <a:t>Already in the stored histogram</a:t>
            </a:r>
            <a:endParaRPr lang="en-US" sz="1800" dirty="0"/>
          </a:p>
        </p:txBody>
      </p:sp>
      <p:sp>
        <p:nvSpPr>
          <p:cNvPr id="7" name="Text 5"/>
          <p:cNvSpPr/>
          <p:nvPr/>
        </p:nvSpPr>
        <p:spPr>
          <a:xfrm>
            <a:off x="548640" y="1600200"/>
            <a:ext cx="5257800" cy="3108960"/>
          </a:xfrm>
          <a:prstGeom prst="rect">
            <a:avLst/>
          </a:prstGeom>
          <a:noFill/>
          <a:ln/>
        </p:spPr>
        <p:txBody>
          <a:bodyPr wrap="square" lIns="0" tIns="0" rIns="0" bIns="0" rtlCol="0" anchor="ctr"/>
          <a:lstStyle/>
          <a:p>
            <a:pPr indent="0" marL="0">
              <a:buNone/>
            </a:pPr>
            <a:r>
              <a:rPr lang="en-US" sz="1600" dirty="0">
                <a:solidFill>
                  <a:srgbClr val="1C2833"/>
                </a:solidFill>
                <a:latin typeface="Calibri" pitchFamily="34" charset="0"/>
                <a:ea typeface="Calibri" pitchFamily="34" charset="-122"/>
                <a:cs typeface="Calibri" pitchFamily="34" charset="-120"/>
              </a:rPr>
              <a:t>3D Bayesian unfolding</a:t>
            </a:r>
            <a:endParaRPr lang="en-US" sz="1600" dirty="0"/>
          </a:p>
          <a:p>
            <a:pPr indent="0" marL="0">
              <a:buNone/>
            </a:pPr>
            <a:r>
              <a:rPr lang="en-US" sz="1600" dirty="0">
                <a:solidFill>
                  <a:srgbClr val="1C2833"/>
                </a:solidFill>
                <a:latin typeface="Calibri" pitchFamily="34" charset="0"/>
                <a:ea typeface="Calibri" pitchFamily="34" charset="-122"/>
                <a:cs typeface="Calibri" pitchFamily="34" charset="-120"/>
              </a:rPr>
              <a:t>Radiative corrections</a:t>
            </a:r>
            <a:endParaRPr lang="en-US" sz="1600" dirty="0"/>
          </a:p>
          <a:p>
            <a:pPr indent="0" marL="0">
              <a:buNone/>
            </a:pPr>
            <a:r>
              <a:rPr lang="en-US" sz="1600" dirty="0">
                <a:solidFill>
                  <a:srgbClr val="1C2833"/>
                </a:solidFill>
                <a:latin typeface="Calibri" pitchFamily="34" charset="0"/>
                <a:ea typeface="Calibri" pitchFamily="34" charset="-122"/>
                <a:cs typeface="Calibri" pitchFamily="34" charset="-120"/>
              </a:rPr>
              <a:t>Bin-centering corrections</a:t>
            </a:r>
            <a:endParaRPr lang="en-US" sz="1600" dirty="0"/>
          </a:p>
          <a:p>
            <a:pPr indent="0" marL="0">
              <a:buNone/>
            </a:pPr>
            <a:endParaRPr lang="en-US" sz="1600" dirty="0"/>
          </a:p>
          <a:p>
            <a:pPr indent="0" marL="0">
              <a:buNone/>
            </a:pPr>
            <a:r>
              <a:rPr lang="en-US" sz="1600" dirty="0">
                <a:solidFill>
                  <a:srgbClr val="1C2833"/>
                </a:solidFill>
                <a:latin typeface="Calibri" pitchFamily="34" charset="0"/>
                <a:ea typeface="Calibri" pitchFamily="34" charset="-122"/>
                <a:cs typeface="Calibri" pitchFamily="34" charset="-120"/>
              </a:rPr>
              <a:t>The fit uses this native histogram and its TH1 uncertainties. Luminosity, photon flux, and bin volume are not applied again during the fit.</a:t>
            </a:r>
            <a:endParaRPr lang="en-US" sz="1600" dirty="0"/>
          </a:p>
        </p:txBody>
      </p:sp>
      <p:sp>
        <p:nvSpPr>
          <p:cNvPr id="8" name="Text 6"/>
          <p:cNvSpPr/>
          <p:nvPr/>
        </p:nvSpPr>
        <p:spPr>
          <a:xfrm>
            <a:off x="548640" y="5029200"/>
            <a:ext cx="5257800" cy="822960"/>
          </a:xfrm>
          <a:prstGeom prst="rect">
            <a:avLst/>
          </a:prstGeom>
          <a:noFill/>
          <a:ln/>
        </p:spPr>
        <p:txBody>
          <a:bodyPr wrap="square" lIns="0" tIns="0" rIns="0" bIns="0" rtlCol="0" anchor="ctr"/>
          <a:lstStyle/>
          <a:p>
            <a:pPr indent="0" marL="0">
              <a:buNone/>
            </a:pPr>
            <a:r>
              <a:rPr lang="en-US" sz="1500" dirty="0">
                <a:solidFill>
                  <a:srgbClr val="5E6A71"/>
                </a:solidFill>
                <a:latin typeface="Calibri" pitchFamily="34" charset="0"/>
                <a:ea typeface="Calibri" pitchFamily="34" charset="-122"/>
                <a:cs typeface="Calibri" pitchFamily="34" charset="-120"/>
              </a:rPr>
              <a:t>The φ_h figures in this deck are these unnormalized distributions.</a:t>
            </a:r>
            <a:endParaRPr lang="en-US" sz="1500" dirty="0"/>
          </a:p>
        </p:txBody>
      </p:sp>
      <p:sp>
        <p:nvSpPr>
          <p:cNvPr id="9" name="Text 7"/>
          <p:cNvSpPr/>
          <p:nvPr/>
        </p:nvSpPr>
        <p:spPr>
          <a:xfrm>
            <a:off x="6355080" y="1097280"/>
            <a:ext cx="5257800" cy="365760"/>
          </a:xfrm>
          <a:prstGeom prst="rect">
            <a:avLst/>
          </a:prstGeom>
          <a:noFill/>
          <a:ln/>
        </p:spPr>
        <p:txBody>
          <a:bodyPr wrap="square" lIns="0" tIns="0" rIns="0" bIns="0" rtlCol="0" anchor="ctr"/>
          <a:lstStyle/>
          <a:p>
            <a:pPr indent="0" marL="0">
              <a:buNone/>
            </a:pPr>
            <a:r>
              <a:rPr lang="en-US" sz="1800" dirty="0">
                <a:solidFill>
                  <a:srgbClr val="1B3A4B"/>
                </a:solidFill>
                <a:latin typeface="Georgia" pitchFamily="34" charset="0"/>
                <a:ea typeface="Georgia" pitchFamily="34" charset="-122"/>
                <a:cs typeface="Georgia" pitchFamily="34" charset="-120"/>
              </a:rPr>
              <a:t>Applied only to spline A</a:t>
            </a:r>
            <a:endParaRPr lang="en-US" sz="1800" dirty="0"/>
          </a:p>
        </p:txBody>
      </p:sp>
      <p:sp>
        <p:nvSpPr>
          <p:cNvPr id="10" name="Text 8"/>
          <p:cNvSpPr/>
          <p:nvPr/>
        </p:nvSpPr>
        <p:spPr>
          <a:xfrm>
            <a:off x="6355080" y="1600200"/>
            <a:ext cx="5257800" cy="4206240"/>
          </a:xfrm>
          <a:prstGeom prst="rect">
            <a:avLst/>
          </a:prstGeom>
          <a:noFill/>
          <a:ln/>
        </p:spPr>
        <p:txBody>
          <a:bodyPr wrap="square" lIns="0" tIns="0" rIns="0" bIns="0" rtlCol="0" anchor="ctr"/>
          <a:lstStyle/>
          <a:p>
            <a:pPr indent="0" marL="0">
              <a:buNone/>
            </a:pPr>
            <a:r>
              <a:rPr lang="en-US" sz="1600" dirty="0">
                <a:solidFill>
                  <a:srgbClr val="1C2833"/>
                </a:solidFill>
                <a:latin typeface="Calibri" pitchFamily="34" charset="0"/>
                <a:ea typeface="Calibri" pitchFamily="34" charset="-122"/>
                <a:cs typeface="Calibri" pitchFamily="34" charset="-120"/>
              </a:rPr>
              <a:t>A → A / (bin area × luminosity × Γ_γ)</a:t>
            </a:r>
            <a:endParaRPr lang="en-US" sz="1600" dirty="0"/>
          </a:p>
          <a:p>
            <a:pPr indent="0" marL="0">
              <a:buNone/>
            </a:pPr>
            <a:endParaRPr lang="en-US" sz="1600" dirty="0"/>
          </a:p>
          <a:p>
            <a:pPr indent="0" marL="0">
              <a:buNone/>
            </a:pPr>
            <a:r>
              <a:rPr lang="en-US" sz="1600" dirty="0">
                <a:solidFill>
                  <a:srgbClr val="1C2833"/>
                </a:solidFill>
                <a:latin typeface="Calibri" pitchFamily="34" charset="0"/>
                <a:ea typeface="Calibri" pitchFamily="34" charset="-122"/>
                <a:cs typeface="Calibri" pitchFamily="34" charset="-120"/>
              </a:rPr>
              <a:t>Luminosity includes the Klimenko beam-blocker and tracking correction. B and C are not rescaled. A is stored in log space.</a:t>
            </a:r>
            <a:endParaRPr lang="en-US" sz="1600" dirty="0"/>
          </a:p>
          <a:p>
            <a:pPr indent="0" marL="0">
              <a:buNone/>
            </a:pPr>
            <a:endParaRPr lang="en-US" sz="1600" dirty="0"/>
          </a:p>
          <a:p>
            <a:pPr indent="0" marL="0">
              <a:buNone/>
            </a:pPr>
            <a:r>
              <a:rPr lang="en-US" sz="1600" dirty="0">
                <a:solidFill>
                  <a:srgbClr val="1C2833"/>
                </a:solidFill>
                <a:latin typeface="Calibri" pitchFamily="34" charset="0"/>
                <a:ea typeface="Calibri" pitchFamily="34" charset="-122"/>
                <a:cs typeface="Calibri" pitchFamily="34" charset="-120"/>
              </a:rPr>
              <a:t>Bin (9, 32): area 0.00384, L = 4.58×10¹⁰ μb⁻¹, Γ_γ = 4.00×10⁻⁴. Beam-on / beam-off luminosity = 0.981.</a:t>
            </a:r>
            <a:endParaRPr lang="en-US" sz="1600" dirty="0"/>
          </a:p>
        </p:txBody>
      </p:sp>
      <p:sp>
        <p:nvSpPr>
          <p:cNvPr id="11" name="Shape 9"/>
          <p:cNvSpPr/>
          <p:nvPr/>
        </p:nvSpPr>
        <p:spPr>
          <a:xfrm>
            <a:off x="0" y="6601968"/>
            <a:ext cx="12191695" cy="256032"/>
          </a:xfrm>
          <a:prstGeom prst="rect">
            <a:avLst/>
          </a:prstGeom>
          <a:solidFill>
            <a:srgbClr val="1B3A4B"/>
          </a:solidFill>
          <a:ln/>
        </p:spPr>
      </p:sp>
      <p:sp>
        <p:nvSpPr>
          <p:cNvPr id="12" name="Text 10"/>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Each factor is applied once. Histogram fits stay unnormalized.</a:t>
            </a:r>
            <a:endParaRPr lang="en-US" sz="1100" dirty="0"/>
          </a:p>
        </p:txBody>
      </p:sp>
      <p:sp>
        <p:nvSpPr>
          <p:cNvPr id="13" name="Text 11"/>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Fit quality after two passes</a:t>
            </a:r>
            <a:endParaRPr lang="en-US" sz="2400" dirty="0"/>
          </a:p>
        </p:txBody>
      </p:sp>
      <p:sp>
        <p:nvSpPr>
          <p:cNvPr id="4" name="Shape 2"/>
          <p:cNvSpPr/>
          <p:nvPr/>
        </p:nvSpPr>
        <p:spPr>
          <a:xfrm>
            <a:off x="365760" y="960120"/>
            <a:ext cx="2194560" cy="1325880"/>
          </a:xfrm>
          <a:prstGeom prst="rect">
            <a:avLst/>
          </a:prstGeom>
          <a:solidFill>
            <a:srgbClr val="FFFCF8"/>
          </a:solidFill>
          <a:ln/>
          <a:effectLst>
            <a:outerShdw sx="100000" sy="100000" kx="0" ky="0" algn="bl" rotWithShape="0" blurRad="101600" dist="12700" dir="8100000">
              <a:srgbClr val="000000">
                <a:alpha val="8000"/>
              </a:srgbClr>
            </a:outerShdw>
          </a:effectLst>
        </p:spPr>
      </p:sp>
      <p:sp>
        <p:nvSpPr>
          <p:cNvPr id="5" name="Text 3"/>
          <p:cNvSpPr/>
          <p:nvPr/>
        </p:nvSpPr>
        <p:spPr>
          <a:xfrm>
            <a:off x="475488" y="1069848"/>
            <a:ext cx="1975104" cy="566928"/>
          </a:xfrm>
          <a:prstGeom prst="rect">
            <a:avLst/>
          </a:prstGeom>
          <a:noFill/>
          <a:ln/>
        </p:spPr>
        <p:txBody>
          <a:bodyPr wrap="square" lIns="0" tIns="0" rIns="0" bIns="0" rtlCol="0" anchor="ctr"/>
          <a:lstStyle/>
          <a:p>
            <a:pPr indent="0" marL="0">
              <a:buNone/>
            </a:pPr>
            <a:r>
              <a:rPr lang="en-US" sz="2800" dirty="0">
                <a:solidFill>
                  <a:srgbClr val="1B3A4B"/>
                </a:solidFill>
                <a:latin typeface="Calibri" pitchFamily="34" charset="0"/>
                <a:ea typeface="Calibri" pitchFamily="34" charset="-122"/>
                <a:cs typeface="Calibri" pitchFamily="34" charset="-120"/>
              </a:rPr>
              <a:t>452</a:t>
            </a:r>
            <a:endParaRPr lang="en-US" sz="2800" dirty="0"/>
          </a:p>
        </p:txBody>
      </p:sp>
      <p:sp>
        <p:nvSpPr>
          <p:cNvPr id="6" name="Text 4"/>
          <p:cNvSpPr/>
          <p:nvPr/>
        </p:nvSpPr>
        <p:spPr>
          <a:xfrm>
            <a:off x="475488" y="1673352"/>
            <a:ext cx="1975104" cy="438912"/>
          </a:xfrm>
          <a:prstGeom prst="rect">
            <a:avLst/>
          </a:prstGeom>
          <a:noFill/>
          <a:ln/>
        </p:spPr>
        <p:txBody>
          <a:bodyPr wrap="square" lIns="0" tIns="0" rIns="0" bIns="0" rtlCol="0" anchor="ctr"/>
          <a:lstStyle/>
          <a:p>
            <a:pPr indent="0" marL="0">
              <a:buNone/>
            </a:pPr>
            <a:r>
              <a:rPr lang="en-US" sz="1300" dirty="0">
                <a:solidFill>
                  <a:srgbClr val="5E6A71"/>
                </a:solidFill>
                <a:latin typeface="Calibri" pitchFamily="34" charset="0"/>
                <a:ea typeface="Calibri" pitchFamily="34" charset="-122"/>
                <a:cs typeface="Calibri" pitchFamily="34" charset="-120"/>
              </a:rPr>
              <a:t>Bins fitted</a:t>
            </a:r>
            <a:endParaRPr lang="en-US" sz="1300" dirty="0"/>
          </a:p>
        </p:txBody>
      </p:sp>
      <p:sp>
        <p:nvSpPr>
          <p:cNvPr id="7" name="Shape 5"/>
          <p:cNvSpPr/>
          <p:nvPr/>
        </p:nvSpPr>
        <p:spPr>
          <a:xfrm>
            <a:off x="2697480" y="960120"/>
            <a:ext cx="2194560" cy="1325880"/>
          </a:xfrm>
          <a:prstGeom prst="rect">
            <a:avLst/>
          </a:prstGeom>
          <a:solidFill>
            <a:srgbClr val="FFFCF8"/>
          </a:solidFill>
          <a:ln/>
          <a:effectLst>
            <a:outerShdw sx="100000" sy="100000" kx="0" ky="0" algn="bl" rotWithShape="0" blurRad="101600" dist="12700" dir="8100000">
              <a:srgbClr val="000000">
                <a:alpha val="8000"/>
              </a:srgbClr>
            </a:outerShdw>
          </a:effectLst>
        </p:spPr>
      </p:sp>
      <p:sp>
        <p:nvSpPr>
          <p:cNvPr id="8" name="Text 6"/>
          <p:cNvSpPr/>
          <p:nvPr/>
        </p:nvSpPr>
        <p:spPr>
          <a:xfrm>
            <a:off x="2807208" y="1069848"/>
            <a:ext cx="1975104" cy="566928"/>
          </a:xfrm>
          <a:prstGeom prst="rect">
            <a:avLst/>
          </a:prstGeom>
          <a:noFill/>
          <a:ln/>
        </p:spPr>
        <p:txBody>
          <a:bodyPr wrap="square" lIns="0" tIns="0" rIns="0" bIns="0" rtlCol="0" anchor="ctr"/>
          <a:lstStyle/>
          <a:p>
            <a:pPr indent="0" marL="0">
              <a:buNone/>
            </a:pPr>
            <a:r>
              <a:rPr lang="en-US" sz="2800" dirty="0">
                <a:solidFill>
                  <a:srgbClr val="1B3A4B"/>
                </a:solidFill>
                <a:latin typeface="Calibri" pitchFamily="34" charset="0"/>
                <a:ea typeface="Calibri" pitchFamily="34" charset="-122"/>
                <a:cs typeface="Calibri" pitchFamily="34" charset="-120"/>
              </a:rPr>
              <a:t>0</a:t>
            </a:r>
            <a:endParaRPr lang="en-US" sz="2800" dirty="0"/>
          </a:p>
        </p:txBody>
      </p:sp>
      <p:sp>
        <p:nvSpPr>
          <p:cNvPr id="9" name="Text 7"/>
          <p:cNvSpPr/>
          <p:nvPr/>
        </p:nvSpPr>
        <p:spPr>
          <a:xfrm>
            <a:off x="2807208" y="1673352"/>
            <a:ext cx="1975104" cy="438912"/>
          </a:xfrm>
          <a:prstGeom prst="rect">
            <a:avLst/>
          </a:prstGeom>
          <a:noFill/>
          <a:ln/>
        </p:spPr>
        <p:txBody>
          <a:bodyPr wrap="square" lIns="0" tIns="0" rIns="0" bIns="0" rtlCol="0" anchor="ctr"/>
          <a:lstStyle/>
          <a:p>
            <a:pPr indent="0" marL="0">
              <a:buNone/>
            </a:pPr>
            <a:r>
              <a:rPr lang="en-US" sz="1300" dirty="0">
                <a:solidFill>
                  <a:srgbClr val="5E6A71"/>
                </a:solidFill>
                <a:latin typeface="Calibri" pitchFamily="34" charset="0"/>
                <a:ea typeface="Calibri" pitchFamily="34" charset="-122"/>
                <a:cs typeface="Calibri" pitchFamily="34" charset="-120"/>
              </a:rPr>
              <a:t>Failed or empty</a:t>
            </a:r>
            <a:endParaRPr lang="en-US" sz="1300" dirty="0"/>
          </a:p>
        </p:txBody>
      </p:sp>
      <p:sp>
        <p:nvSpPr>
          <p:cNvPr id="10" name="Shape 8"/>
          <p:cNvSpPr/>
          <p:nvPr/>
        </p:nvSpPr>
        <p:spPr>
          <a:xfrm>
            <a:off x="5029200" y="960120"/>
            <a:ext cx="2194560" cy="1325880"/>
          </a:xfrm>
          <a:prstGeom prst="rect">
            <a:avLst/>
          </a:prstGeom>
          <a:solidFill>
            <a:srgbClr val="FFFCF8"/>
          </a:solidFill>
          <a:ln/>
          <a:effectLst>
            <a:outerShdw sx="100000" sy="100000" kx="0" ky="0" algn="bl" rotWithShape="0" blurRad="101600" dist="12700" dir="8100000">
              <a:srgbClr val="000000">
                <a:alpha val="8000"/>
              </a:srgbClr>
            </a:outerShdw>
          </a:effectLst>
        </p:spPr>
      </p:sp>
      <p:sp>
        <p:nvSpPr>
          <p:cNvPr id="11" name="Text 9"/>
          <p:cNvSpPr/>
          <p:nvPr/>
        </p:nvSpPr>
        <p:spPr>
          <a:xfrm>
            <a:off x="5138928" y="1069848"/>
            <a:ext cx="1975104" cy="566928"/>
          </a:xfrm>
          <a:prstGeom prst="rect">
            <a:avLst/>
          </a:prstGeom>
          <a:noFill/>
          <a:ln/>
        </p:spPr>
        <p:txBody>
          <a:bodyPr wrap="square" lIns="0" tIns="0" rIns="0" bIns="0" rtlCol="0" anchor="ctr"/>
          <a:lstStyle/>
          <a:p>
            <a:pPr indent="0" marL="0">
              <a:buNone/>
            </a:pPr>
            <a:r>
              <a:rPr lang="en-US" sz="2800" dirty="0">
                <a:solidFill>
                  <a:srgbClr val="1B3A4B"/>
                </a:solidFill>
                <a:latin typeface="Calibri" pitchFamily="34" charset="0"/>
                <a:ea typeface="Calibri" pitchFamily="34" charset="-122"/>
                <a:cs typeface="Calibri" pitchFamily="34" charset="-120"/>
              </a:rPr>
              <a:t>1.087</a:t>
            </a:r>
            <a:endParaRPr lang="en-US" sz="2800" dirty="0"/>
          </a:p>
        </p:txBody>
      </p:sp>
      <p:sp>
        <p:nvSpPr>
          <p:cNvPr id="12" name="Text 10"/>
          <p:cNvSpPr/>
          <p:nvPr/>
        </p:nvSpPr>
        <p:spPr>
          <a:xfrm>
            <a:off x="5138928" y="1673352"/>
            <a:ext cx="1975104" cy="438912"/>
          </a:xfrm>
          <a:prstGeom prst="rect">
            <a:avLst/>
          </a:prstGeom>
          <a:noFill/>
          <a:ln/>
        </p:spPr>
        <p:txBody>
          <a:bodyPr wrap="square" lIns="0" tIns="0" rIns="0" bIns="0" rtlCol="0" anchor="ctr"/>
          <a:lstStyle/>
          <a:p>
            <a:pPr indent="0" marL="0">
              <a:buNone/>
            </a:pPr>
            <a:r>
              <a:rPr lang="en-US" sz="1300" dirty="0">
                <a:solidFill>
                  <a:srgbClr val="5E6A71"/>
                </a:solidFill>
                <a:latin typeface="Calibri" pitchFamily="34" charset="0"/>
                <a:ea typeface="Calibri" pitchFamily="34" charset="-122"/>
                <a:cs typeface="Calibri" pitchFamily="34" charset="-120"/>
              </a:rPr>
              <a:t>Median χ²/NDF</a:t>
            </a:r>
            <a:endParaRPr lang="en-US" sz="1300" dirty="0"/>
          </a:p>
        </p:txBody>
      </p:sp>
      <p:sp>
        <p:nvSpPr>
          <p:cNvPr id="13" name="Shape 11"/>
          <p:cNvSpPr/>
          <p:nvPr/>
        </p:nvSpPr>
        <p:spPr>
          <a:xfrm>
            <a:off x="7360920" y="960120"/>
            <a:ext cx="2194560" cy="1325880"/>
          </a:xfrm>
          <a:prstGeom prst="rect">
            <a:avLst/>
          </a:prstGeom>
          <a:solidFill>
            <a:srgbClr val="FFFCF8"/>
          </a:solidFill>
          <a:ln/>
          <a:effectLst>
            <a:outerShdw sx="100000" sy="100000" kx="0" ky="0" algn="bl" rotWithShape="0" blurRad="101600" dist="12700" dir="8100000">
              <a:srgbClr val="000000">
                <a:alpha val="8000"/>
              </a:srgbClr>
            </a:outerShdw>
          </a:effectLst>
        </p:spPr>
      </p:sp>
      <p:sp>
        <p:nvSpPr>
          <p:cNvPr id="14" name="Text 12"/>
          <p:cNvSpPr/>
          <p:nvPr/>
        </p:nvSpPr>
        <p:spPr>
          <a:xfrm>
            <a:off x="7470648" y="1069848"/>
            <a:ext cx="1975104" cy="566928"/>
          </a:xfrm>
          <a:prstGeom prst="rect">
            <a:avLst/>
          </a:prstGeom>
          <a:noFill/>
          <a:ln/>
        </p:spPr>
        <p:txBody>
          <a:bodyPr wrap="square" lIns="0" tIns="0" rIns="0" bIns="0" rtlCol="0" anchor="ctr"/>
          <a:lstStyle/>
          <a:p>
            <a:pPr indent="0" marL="0">
              <a:buNone/>
            </a:pPr>
            <a:r>
              <a:rPr lang="en-US" sz="2800" dirty="0">
                <a:solidFill>
                  <a:srgbClr val="1B3A4B"/>
                </a:solidFill>
                <a:latin typeface="Calibri" pitchFamily="34" charset="0"/>
                <a:ea typeface="Calibri" pitchFamily="34" charset="-122"/>
                <a:cs typeface="Calibri" pitchFamily="34" charset="-120"/>
              </a:rPr>
              <a:t>2.18</a:t>
            </a:r>
            <a:endParaRPr lang="en-US" sz="2800" dirty="0"/>
          </a:p>
        </p:txBody>
      </p:sp>
      <p:sp>
        <p:nvSpPr>
          <p:cNvPr id="15" name="Text 13"/>
          <p:cNvSpPr/>
          <p:nvPr/>
        </p:nvSpPr>
        <p:spPr>
          <a:xfrm>
            <a:off x="7470648" y="1673352"/>
            <a:ext cx="1975104" cy="438912"/>
          </a:xfrm>
          <a:prstGeom prst="rect">
            <a:avLst/>
          </a:prstGeom>
          <a:noFill/>
          <a:ln/>
        </p:spPr>
        <p:txBody>
          <a:bodyPr wrap="square" lIns="0" tIns="0" rIns="0" bIns="0" rtlCol="0" anchor="ctr"/>
          <a:lstStyle/>
          <a:p>
            <a:pPr indent="0" marL="0">
              <a:buNone/>
            </a:pPr>
            <a:r>
              <a:rPr lang="en-US" sz="1300" dirty="0">
                <a:solidFill>
                  <a:srgbClr val="5E6A71"/>
                </a:solidFill>
                <a:latin typeface="Calibri" pitchFamily="34" charset="0"/>
                <a:ea typeface="Calibri" pitchFamily="34" charset="-122"/>
                <a:cs typeface="Calibri" pitchFamily="34" charset="-120"/>
              </a:rPr>
              <a:t>95th percentile</a:t>
            </a:r>
            <a:endParaRPr lang="en-US" sz="1300" dirty="0"/>
          </a:p>
        </p:txBody>
      </p:sp>
      <p:sp>
        <p:nvSpPr>
          <p:cNvPr id="16" name="Shape 14"/>
          <p:cNvSpPr/>
          <p:nvPr/>
        </p:nvSpPr>
        <p:spPr>
          <a:xfrm>
            <a:off x="9692640" y="960120"/>
            <a:ext cx="2103120" cy="1325880"/>
          </a:xfrm>
          <a:prstGeom prst="rect">
            <a:avLst/>
          </a:prstGeom>
          <a:solidFill>
            <a:srgbClr val="FFFCF8"/>
          </a:solidFill>
          <a:ln/>
          <a:effectLst>
            <a:outerShdw sx="100000" sy="100000" kx="0" ky="0" algn="bl" rotWithShape="0" blurRad="101600" dist="12700" dir="8100000">
              <a:srgbClr val="000000">
                <a:alpha val="8000"/>
              </a:srgbClr>
            </a:outerShdw>
          </a:effectLst>
        </p:spPr>
      </p:sp>
      <p:sp>
        <p:nvSpPr>
          <p:cNvPr id="17" name="Text 15"/>
          <p:cNvSpPr/>
          <p:nvPr/>
        </p:nvSpPr>
        <p:spPr>
          <a:xfrm>
            <a:off x="9802368" y="1069848"/>
            <a:ext cx="1883664" cy="566928"/>
          </a:xfrm>
          <a:prstGeom prst="rect">
            <a:avLst/>
          </a:prstGeom>
          <a:noFill/>
          <a:ln/>
        </p:spPr>
        <p:txBody>
          <a:bodyPr wrap="square" lIns="0" tIns="0" rIns="0" bIns="0" rtlCol="0" anchor="ctr"/>
          <a:lstStyle/>
          <a:p>
            <a:pPr indent="0" marL="0">
              <a:buNone/>
            </a:pPr>
            <a:r>
              <a:rPr lang="en-US" sz="2800" dirty="0">
                <a:solidFill>
                  <a:srgbClr val="1B3A4B"/>
                </a:solidFill>
                <a:latin typeface="Calibri" pitchFamily="34" charset="0"/>
                <a:ea typeface="Calibri" pitchFamily="34" charset="-122"/>
                <a:cs typeface="Calibri" pitchFamily="34" charset="-120"/>
              </a:rPr>
              <a:t>5</a:t>
            </a:r>
            <a:endParaRPr lang="en-US" sz="2800" dirty="0"/>
          </a:p>
        </p:txBody>
      </p:sp>
      <p:sp>
        <p:nvSpPr>
          <p:cNvPr id="18" name="Text 16"/>
          <p:cNvSpPr/>
          <p:nvPr/>
        </p:nvSpPr>
        <p:spPr>
          <a:xfrm>
            <a:off x="9802368" y="1673352"/>
            <a:ext cx="1883664" cy="438912"/>
          </a:xfrm>
          <a:prstGeom prst="rect">
            <a:avLst/>
          </a:prstGeom>
          <a:noFill/>
          <a:ln/>
        </p:spPr>
        <p:txBody>
          <a:bodyPr wrap="square" lIns="0" tIns="0" rIns="0" bIns="0" rtlCol="0" anchor="ctr"/>
          <a:lstStyle/>
          <a:p>
            <a:pPr indent="0" marL="0">
              <a:buNone/>
            </a:pPr>
            <a:r>
              <a:rPr lang="en-US" sz="1300" dirty="0">
                <a:solidFill>
                  <a:srgbClr val="5E6A71"/>
                </a:solidFill>
                <a:latin typeface="Calibri" pitchFamily="34" charset="0"/>
                <a:ea typeface="Calibri" pitchFamily="34" charset="-122"/>
                <a:cs typeface="Calibri" pitchFamily="34" charset="-120"/>
              </a:rPr>
              <a:t>Bins above 3</a:t>
            </a:r>
            <a:endParaRPr lang="en-US" sz="1300" dirty="0"/>
          </a:p>
        </p:txBody>
      </p:sp>
      <p:sp>
        <p:nvSpPr>
          <p:cNvPr id="19" name="Text 17"/>
          <p:cNvSpPr/>
          <p:nvPr/>
        </p:nvSpPr>
        <p:spPr>
          <a:xfrm>
            <a:off x="411480" y="2468880"/>
            <a:ext cx="11338560" cy="777240"/>
          </a:xfrm>
          <a:prstGeom prst="rect">
            <a:avLst/>
          </a:prstGeom>
          <a:noFill/>
          <a:ln/>
        </p:spPr>
        <p:txBody>
          <a:bodyPr wrap="square" lIns="0" tIns="0" rIns="0" bIns="0" rtlCol="0" anchor="ctr"/>
          <a:lstStyle/>
          <a:p>
            <a:pPr indent="0" marL="0">
              <a:buNone/>
            </a:pPr>
            <a:r>
              <a:rPr lang="en-US" sz="1500" dirty="0">
                <a:solidFill>
                  <a:srgbClr val="1C2833"/>
                </a:solidFill>
                <a:latin typeface="Calibri" pitchFamily="34" charset="0"/>
                <a:ea typeface="Calibri" pitchFamily="34" charset="-122"/>
                <a:cs typeface="Calibri" pitchFamily="34" charset="-120"/>
              </a:rPr>
              <a:t>Bin (9, 32) was the one poor fit. The untagged guide left B = −0.046 and χ²/NDF = 7.09. A tagged ("9", "32", "3D", "BC") guide and a Q²-y 9 remake give B = −0.137, C = −0.005, χ²/NDF = 1.554 (NDF 21). The right-hand figure is that refit. The left-hand figure is the fit before the guide change.</a:t>
            </a:r>
            <a:endParaRPr lang="en-US" sz="1500" dirty="0"/>
          </a:p>
        </p:txBody>
      </p:sp>
      <p:pic>
        <p:nvPicPr>
          <p:cNvPr id="20" name="Image 0" descr="/Users/richardcapobianco/Desktop/Work_Offline.nosync/SIDIS_Analysis_CLAS12_RichCap/Prepare_Next_Iteration/Fit_Refinement/plots/acc020_3D_bcrc_review/Q2y09_zpt32.png">    </p:cNvPr>
          <p:cNvPicPr>
            <a:picLocks noChangeAspect="1"/>
          </p:cNvPicPr>
          <p:nvPr/>
        </p:nvPicPr>
        <p:blipFill>
          <a:blip r:embed="rId1"/>
          <a:stretch>
            <a:fillRect/>
          </a:stretch>
        </p:blipFill>
        <p:spPr>
          <a:xfrm>
            <a:off x="365760" y="3310128"/>
            <a:ext cx="4516981" cy="3063240"/>
          </a:xfrm>
          <a:prstGeom prst="rect">
            <a:avLst/>
          </a:prstGeom>
        </p:spPr>
      </p:pic>
      <p:pic>
        <p:nvPicPr>
          <p:cNvPr id="21" name="Image 1" descr="/Users/richardcapobianco/Desktop/Work_Offline.nosync/SIDIS_Analysis_CLAS12_RichCap/Prepare_Next_Iteration/Fit_Refinement/plots/3D_BC_RC_acc020_review/phi_h_png/Q2y09_zpt32.png">    </p:cNvPr>
          <p:cNvPicPr>
            <a:picLocks noChangeAspect="1"/>
          </p:cNvPicPr>
          <p:nvPr/>
        </p:nvPicPr>
        <p:blipFill>
          <a:blip r:embed="rId2"/>
          <a:stretch>
            <a:fillRect/>
          </a:stretch>
        </p:blipFill>
        <p:spPr>
          <a:xfrm>
            <a:off x="5019901" y="3310128"/>
            <a:ext cx="4407408" cy="3063240"/>
          </a:xfrm>
          <a:prstGeom prst="rect">
            <a:avLst/>
          </a:prstGeom>
        </p:spPr>
      </p:pic>
      <p:sp>
        <p:nvSpPr>
          <p:cNvPr id="22" name="Shape 18"/>
          <p:cNvSpPr/>
          <p:nvPr/>
        </p:nvSpPr>
        <p:spPr>
          <a:xfrm>
            <a:off x="0" y="6601968"/>
            <a:ext cx="12191695" cy="256032"/>
          </a:xfrm>
          <a:prstGeom prst="rect">
            <a:avLst/>
          </a:prstGeom>
          <a:solidFill>
            <a:srgbClr val="1B3A4B"/>
          </a:solidFill>
          <a:ln/>
        </p:spPr>
      </p:sp>
      <p:sp>
        <p:nvSpPr>
          <p:cNvPr id="23" name="Text 19"/>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Left: before the (9, 32) guide. Right: final fit.</a:t>
            </a:r>
            <a:endParaRPr lang="en-US" sz="1100" dirty="0"/>
          </a:p>
        </p:txBody>
      </p:sp>
      <p:sp>
        <p:nvSpPr>
          <p:cNvPr id="24" name="Text 20"/>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Bins that still sit above χ²/NDF = 3</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2377440"/>
        </p:xfrm>
        <a:graphic>
          <a:graphicData uri="http://schemas.openxmlformats.org/drawingml/2006/table">
            <a:tbl>
              <a:tblPr/>
              <a:tblGrid>
                <a:gridCol w="1371600"/>
                <a:gridCol w="1371600"/>
                <a:gridCol w="1645920"/>
                <a:gridCol w="1463040"/>
                <a:gridCol w="1280160"/>
                <a:gridCol w="2011680"/>
                <a:gridCol w="2103120"/>
              </a:tblGrid>
              <a:tr h="3962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Q²-y</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z-pT</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χ²/NDF</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χ²</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NDF</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r>
              <a:tr h="396240">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3.85</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80.84</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-0.137</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0.002</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96240">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29</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3.73</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70.91</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-0.167</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0.007</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96240">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3.73</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55.87</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-0.103</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-0.007</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96240">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3.52</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73.92</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-0.133</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0.005</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96240">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26</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3.07</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64.46</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-0.165</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400" dirty="0">
                          <a:solidFill>
                            <a:srgbClr val="1C2833"/>
                          </a:solidFill>
                          <a:latin typeface="Calibri" pitchFamily="34" charset="0"/>
                          <a:ea typeface="Calibri" pitchFamily="34" charset="-122"/>
                          <a:cs typeface="Calibri" pitchFamily="34" charset="-120"/>
                        </a:rPr>
                        <a:t>0.039</a:t>
                      </a:r>
                      <a:endParaRPr lang="en-US" sz="14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bl>
          </a:graphicData>
        </a:graphic>
      </p:graphicFrame>
      <p:sp>
        <p:nvSpPr>
          <p:cNvPr id="5" name="Text 2"/>
          <p:cNvSpPr/>
          <p:nvPr/>
        </p:nvSpPr>
        <p:spPr>
          <a:xfrm>
            <a:off x="457200" y="3794760"/>
            <a:ext cx="11247120" cy="1188720"/>
          </a:xfrm>
          <a:prstGeom prst="rect">
            <a:avLst/>
          </a:prstGeom>
          <a:noFill/>
          <a:ln/>
        </p:spPr>
        <p:txBody>
          <a:bodyPr wrap="square" lIns="0" tIns="0" rIns="0" bIns="0" rtlCol="0" anchor="ctr"/>
          <a:lstStyle/>
          <a:p>
            <a:pPr indent="0" marL="0">
              <a:buNone/>
            </a:pPr>
            <a:r>
              <a:rPr lang="en-US" sz="1600" dirty="0">
                <a:solidFill>
                  <a:srgbClr val="1C2833"/>
                </a:solidFill>
                <a:latin typeface="Calibri" pitchFamily="34" charset="0"/>
                <a:ea typeface="Calibri" pitchFamily="34" charset="-122"/>
                <a:cs typeface="Calibri" pitchFamily="34" charset="-120"/>
              </a:rPr>
              <a:t>These five were left in place. (1, 32) and (1, 26) are single high bins at the edge of φ_h. (3, 29), (12, 24), and (10, 17) are elevated but still describe the histogram. No bin has χ²/NDF above 5, and no fit was excluded from the spline.</a:t>
            </a:r>
            <a:endParaRPr lang="en-US" sz="1600" dirty="0"/>
          </a:p>
        </p:txBody>
      </p:sp>
      <p:sp>
        <p:nvSpPr>
          <p:cNvPr id="6" name="Text 3"/>
          <p:cNvSpPr/>
          <p:nvPr/>
        </p:nvSpPr>
        <p:spPr>
          <a:xfrm>
            <a:off x="457200" y="5074920"/>
            <a:ext cx="11247120" cy="548640"/>
          </a:xfrm>
          <a:prstGeom prst="rect">
            <a:avLst/>
          </a:prstGeom>
          <a:noFill/>
          <a:ln/>
        </p:spPr>
        <p:txBody>
          <a:bodyPr wrap="square" lIns="0" tIns="0" rIns="0" bIns="0" rtlCol="0" anchor="ctr"/>
          <a:lstStyle/>
          <a:p>
            <a:pPr indent="0" marL="0">
              <a:buNone/>
            </a:pPr>
            <a:r>
              <a:rPr lang="en-US" sz="1600" dirty="0">
                <a:solidFill>
                  <a:srgbClr val="1C2833"/>
                </a:solidFill>
                <a:latin typeface="Calibri" pitchFamily="34" charset="0"/>
                <a:ea typeface="Calibri" pitchFamily="34" charset="-122"/>
                <a:cs typeface="Calibri" pitchFamily="34" charset="-120"/>
              </a:rPr>
              <a:t>The pull screen of all 452 histograms did not turn up another bin that needed a new guide.</a:t>
            </a:r>
            <a:endParaRPr lang="en-US" sz="1600" dirty="0"/>
          </a:p>
        </p:txBody>
      </p:sp>
      <p:sp>
        <p:nvSpPr>
          <p:cNvPr id="7" name="Shape 4"/>
          <p:cNvSpPr/>
          <p:nvPr/>
        </p:nvSpPr>
        <p:spPr>
          <a:xfrm>
            <a:off x="0" y="6601968"/>
            <a:ext cx="12191695" cy="256032"/>
          </a:xfrm>
          <a:prstGeom prst="rect">
            <a:avLst/>
          </a:prstGeom>
          <a:solidFill>
            <a:srgbClr val="1B3A4B"/>
          </a:solidFill>
          <a:ln/>
        </p:spPr>
      </p:sp>
      <p:sp>
        <p:nvSpPr>
          <p:cNvPr id="8" name="Text 5"/>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Unresolved fits. None were dropped from the spline.</a:t>
            </a:r>
            <a:endParaRPr lang="en-US" sz="1100" dirty="0"/>
          </a:p>
        </p:txBody>
      </p:sp>
      <p:sp>
        <p:nvSpPr>
          <p:cNvPr id="9" name="Text 6"/>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Comparison sample</a:t>
            </a:r>
            <a:endParaRPr lang="en-US" sz="2400" dirty="0"/>
          </a:p>
        </p:txBody>
      </p:sp>
      <p:sp>
        <p:nvSpPr>
          <p:cNvPr id="4" name="Text 2"/>
          <p:cNvSpPr/>
          <p:nvPr/>
        </p:nvSpPr>
        <p:spPr>
          <a:xfrm>
            <a:off x="457200" y="960120"/>
            <a:ext cx="11247120" cy="5212080"/>
          </a:xfrm>
          <a:prstGeom prst="rect">
            <a:avLst/>
          </a:prstGeom>
          <a:noFill/>
          <a:ln/>
        </p:spPr>
        <p:txBody>
          <a:bodyPr wrap="square" lIns="0" tIns="0" rIns="0" bIns="0" rtlCol="0" anchor="ctr"/>
          <a:lstStyle/>
          <a:p>
            <a:pPr indent="0" marL="0">
              <a:spcAft>
                <a:spcPts val="800"/>
              </a:spcAft>
              <a:buNone/>
            </a:pPr>
            <a:r>
              <a:rPr lang="en-US" sz="1600" b="1" dirty="0">
                <a:solidFill>
                  <a:srgbClr val="1C2833"/>
                </a:solidFill>
                <a:latin typeface="Calibri" pitchFamily="34" charset="0"/>
                <a:ea typeface="Calibri" pitchFamily="34" charset="-122"/>
                <a:cs typeface="Calibri" pitchFamily="34" charset="-120"/>
              </a:rPr>
              <a:t>Nominal 5D file, left unchanged</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Prepare_Next_Iteration/rho0_Subtracted_5D_V2_4D_xB_Fit_Pars_from_5D_BC_RC_Bayesian_Compute_SplineWeight.txt</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Generated 29 July 2026. This is the file named by the reweighting and response-matrix defaults.</a:t>
            </a:r>
            <a:endParaRPr lang="en-US" sz="1600" dirty="0"/>
          </a:p>
          <a:p>
            <a:pPr indent="0" marL="0">
              <a:spcAft>
                <a:spcPts val="800"/>
              </a:spcAft>
              <a:buNone/>
            </a:pPr>
            <a:r>
              <a:rPr lang="en-US" sz="1600" b="1" dirty="0">
                <a:solidFill>
                  <a:srgbClr val="1C2833"/>
                </a:solidFill>
                <a:latin typeface="Calibri" pitchFamily="34" charset="0"/>
                <a:ea typeface="Calibri" pitchFamily="34" charset="-122"/>
                <a:cs typeface="Calibri" pitchFamily="34" charset="-120"/>
              </a:rPr>
              <a:t>New 3D file</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Prepare_Next_Iteration/acc020_3D_BC_RC_4D_xB_Fit_Pars_from_3D_BC_RC_Bayesian_Compute_SplineWeight.txt</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Same C++ signature: ComputeSplineWeight(Q², xB, y, z, pT, φ_h) = A(1 + B cos φ + C cos 2φ), coordinates (xB, y, z, pT).</a:t>
            </a:r>
            <a:endParaRPr lang="en-US" sz="1600" dirty="0"/>
          </a:p>
          <a:p>
            <a:pPr indent="0" marL="0">
              <a:spcAft>
                <a:spcPts val="800"/>
              </a:spcAft>
              <a:buNone/>
            </a:pPr>
            <a:r>
              <a:rPr lang="en-US" sz="1600" b="1" dirty="0">
                <a:solidFill>
                  <a:srgbClr val="1C2833"/>
                </a:solidFill>
                <a:latin typeface="Calibri" pitchFamily="34" charset="0"/>
                <a:ea typeface="Calibri" pitchFamily="34" charset="-122"/>
                <a:cs typeface="Calibri" pitchFamily="34" charset="-120"/>
              </a:rPr>
              <a:t>Matched kinematics</a:t>
            </a:r>
            <a:endParaRPr lang="en-US" sz="1600" dirty="0"/>
          </a:p>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421 shared bin centers. 31 3D bins and 48 5D bins have no partner and are not in the differences. 3D and 5D are two reductions of related data, not independent measurements.</a:t>
            </a:r>
            <a:endParaRPr lang="en-US" sz="1600" dirty="0"/>
          </a:p>
        </p:txBody>
      </p:sp>
      <p:sp>
        <p:nvSpPr>
          <p:cNvPr id="5" name="Shape 3"/>
          <p:cNvSpPr/>
          <p:nvPr/>
        </p:nvSpPr>
        <p:spPr>
          <a:xfrm>
            <a:off x="0" y="6601968"/>
            <a:ext cx="12191695" cy="256032"/>
          </a:xfrm>
          <a:prstGeom prst="rect">
            <a:avLst/>
          </a:prstGeom>
          <a:solidFill>
            <a:srgbClr val="1B3A4B"/>
          </a:solidFill>
          <a:ln/>
        </p:spPr>
      </p:sp>
      <p:sp>
        <p:nvSpPr>
          <p:cNvPr id="6"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Differences below use the common 421 centers.</a:t>
            </a:r>
            <a:endParaRPr lang="en-US" sz="1100" dirty="0"/>
          </a:p>
        </p:txBody>
      </p:sp>
      <p:sp>
        <p:nvSpPr>
          <p:cNvPr id="7"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Modulation differences of the weight functions</a:t>
            </a:r>
            <a:endParaRPr lang="en-US" sz="2400" dirty="0"/>
          </a:p>
        </p:txBody>
      </p:sp>
      <p:pic>
        <p:nvPicPr>
          <p:cNvPr id="4" name="Image 0" descr="/Users/richardcapobianco/Desktop/Work_Offline.nosync/SIDIS_Analysis_CLAS12_RichCap/Prepare_Next_Iteration/Fit_Refinement/plots/3D_BC_RC_acc020_review/comparison/delta_BC_hist.png">    </p:cNvPr>
          <p:cNvPicPr>
            <a:picLocks noChangeAspect="1"/>
          </p:cNvPicPr>
          <p:nvPr/>
        </p:nvPicPr>
        <p:blipFill>
          <a:blip r:embed="rId1"/>
          <a:stretch>
            <a:fillRect/>
          </a:stretch>
        </p:blipFill>
        <p:spPr>
          <a:xfrm>
            <a:off x="518008" y="868680"/>
            <a:ext cx="11155680" cy="4600700"/>
          </a:xfrm>
          <a:prstGeom prst="rect">
            <a:avLst/>
          </a:prstGeom>
        </p:spPr>
      </p:pic>
      <p:sp>
        <p:nvSpPr>
          <p:cNvPr id="5" name="Text 2"/>
          <p:cNvSpPr/>
          <p:nvPr/>
        </p:nvSpPr>
        <p:spPr>
          <a:xfrm>
            <a:off x="411480" y="5560820"/>
            <a:ext cx="11338560" cy="640080"/>
          </a:xfrm>
          <a:prstGeom prst="rect">
            <a:avLst/>
          </a:prstGeom>
          <a:noFill/>
          <a:ln/>
        </p:spPr>
        <p:txBody>
          <a:bodyPr wrap="square" lIns="0" tIns="0" rIns="0" bIns="0" rtlCol="0" anchor="ctr"/>
          <a:lstStyle/>
          <a:p>
            <a:pPr indent="0" marL="0">
              <a:buNone/>
            </a:pPr>
            <a:r>
              <a:rPr lang="en-US" sz="1400" dirty="0">
                <a:solidFill>
                  <a:srgbClr val="1C2833"/>
                </a:solidFill>
                <a:latin typeface="Calibri" pitchFamily="34" charset="0"/>
                <a:ea typeface="Calibri" pitchFamily="34" charset="-122"/>
                <a:cs typeface="Calibri" pitchFamily="34" charset="-120"/>
              </a:rPr>
              <a:t>Evaluated splines at the bin centers. Median |ΔB| = 0.0067 and median |ΔC| = 0.0048.</a:t>
            </a:r>
            <a:endParaRPr lang="en-US" sz="1400" dirty="0"/>
          </a:p>
        </p:txBody>
      </p:sp>
      <p:sp>
        <p:nvSpPr>
          <p:cNvPr id="6" name="Shape 3"/>
          <p:cNvSpPr/>
          <p:nvPr/>
        </p:nvSpPr>
        <p:spPr>
          <a:xfrm>
            <a:off x="0" y="6601968"/>
            <a:ext cx="12191695" cy="256032"/>
          </a:xfrm>
          <a:prstGeom prst="rect">
            <a:avLst/>
          </a:prstGeom>
          <a:solidFill>
            <a:srgbClr val="1B3A4B"/>
          </a:solidFill>
          <a:ln/>
        </p:spPr>
      </p:sp>
      <p:sp>
        <p:nvSpPr>
          <p:cNvPr id="7"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5D comparison</a:t>
            </a:r>
            <a:endParaRPr lang="en-US" sz="1100" dirty="0"/>
          </a:p>
        </p:txBody>
      </p:sp>
      <p:sp>
        <p:nvSpPr>
          <p:cNvPr id="8"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B and C stay on the same line</a:t>
            </a:r>
            <a:endParaRPr lang="en-US" sz="2400" dirty="0"/>
          </a:p>
        </p:txBody>
      </p:sp>
      <p:pic>
        <p:nvPicPr>
          <p:cNvPr id="4" name="Image 0" descr="/Users/richardcapobianco/Desktop/Work_Offline.nosync/SIDIS_Analysis_CLAS12_RichCap/Prepare_Next_Iteration/Fit_Refinement/plots/3D_BC_RC_acc020_review/comparison/BC_scatter.png">    </p:cNvPr>
          <p:cNvPicPr>
            <a:picLocks noChangeAspect="1"/>
          </p:cNvPicPr>
          <p:nvPr/>
        </p:nvPicPr>
        <p:blipFill>
          <a:blip r:embed="rId1"/>
          <a:stretch>
            <a:fillRect/>
          </a:stretch>
        </p:blipFill>
        <p:spPr>
          <a:xfrm>
            <a:off x="518008" y="868680"/>
            <a:ext cx="11155680" cy="4600700"/>
          </a:xfrm>
          <a:prstGeom prst="rect">
            <a:avLst/>
          </a:prstGeom>
        </p:spPr>
      </p:pic>
      <p:sp>
        <p:nvSpPr>
          <p:cNvPr id="5" name="Text 2"/>
          <p:cNvSpPr/>
          <p:nvPr/>
        </p:nvSpPr>
        <p:spPr>
          <a:xfrm>
            <a:off x="411480" y="5560820"/>
            <a:ext cx="11338560" cy="640080"/>
          </a:xfrm>
          <a:prstGeom prst="rect">
            <a:avLst/>
          </a:prstGeom>
          <a:noFill/>
          <a:ln/>
        </p:spPr>
        <p:txBody>
          <a:bodyPr wrap="square" lIns="0" tIns="0" rIns="0" bIns="0" rtlCol="0" anchor="ctr"/>
          <a:lstStyle/>
          <a:p>
            <a:pPr indent="0" marL="0">
              <a:buNone/>
            </a:pPr>
            <a:r>
              <a:rPr lang="en-US" sz="1400" dirty="0">
                <a:solidFill>
                  <a:srgbClr val="1C2833"/>
                </a:solidFill>
                <a:latin typeface="Calibri" pitchFamily="34" charset="0"/>
                <a:ea typeface="Calibri" pitchFamily="34" charset="-122"/>
                <a:cs typeface="Calibri" pitchFamily="34" charset="-120"/>
              </a:rPr>
              <a:t>Each point is one matched bin. The line is equality. Color is not used; the spread is the whole matched sample.</a:t>
            </a:r>
            <a:endParaRPr lang="en-US" sz="1400" dirty="0"/>
          </a:p>
        </p:txBody>
      </p:sp>
      <p:sp>
        <p:nvSpPr>
          <p:cNvPr id="6" name="Shape 3"/>
          <p:cNvSpPr/>
          <p:nvPr/>
        </p:nvSpPr>
        <p:spPr>
          <a:xfrm>
            <a:off x="0" y="6601968"/>
            <a:ext cx="12191695" cy="256032"/>
          </a:xfrm>
          <a:prstGeom prst="rect">
            <a:avLst/>
          </a:prstGeom>
          <a:solidFill>
            <a:srgbClr val="1B3A4B"/>
          </a:solidFill>
          <a:ln/>
        </p:spPr>
      </p:sp>
      <p:sp>
        <p:nvSpPr>
          <p:cNvPr id="7"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5D comparison</a:t>
            </a:r>
            <a:endParaRPr lang="en-US" sz="1100" dirty="0"/>
          </a:p>
        </p:txBody>
      </p:sp>
      <p:sp>
        <p:nvSpPr>
          <p:cNvPr id="8"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No single y or pT band carries the change</a:t>
            </a:r>
            <a:endParaRPr lang="en-US" sz="2400" dirty="0"/>
          </a:p>
        </p:txBody>
      </p:sp>
      <p:pic>
        <p:nvPicPr>
          <p:cNvPr id="4" name="Image 0" descr="/Users/richardcapobianco/Desktop/Work_Offline.nosync/SIDIS_Analysis_CLAS12_RichCap/Prepare_Next_Iteration/Fit_Refinement/plots/3D_BC_RC_acc020_review/comparison/delta_vs_kinematics.png">    </p:cNvPr>
          <p:cNvPicPr>
            <a:picLocks noChangeAspect="1"/>
          </p:cNvPicPr>
          <p:nvPr/>
        </p:nvPicPr>
        <p:blipFill>
          <a:blip r:embed="rId1"/>
          <a:stretch>
            <a:fillRect/>
          </a:stretch>
        </p:blipFill>
        <p:spPr>
          <a:xfrm>
            <a:off x="518008" y="868680"/>
            <a:ext cx="11155680" cy="4600700"/>
          </a:xfrm>
          <a:prstGeom prst="rect">
            <a:avLst/>
          </a:prstGeom>
        </p:spPr>
      </p:pic>
      <p:sp>
        <p:nvSpPr>
          <p:cNvPr id="5" name="Text 2"/>
          <p:cNvSpPr/>
          <p:nvPr/>
        </p:nvSpPr>
        <p:spPr>
          <a:xfrm>
            <a:off x="411480" y="5560820"/>
            <a:ext cx="11338560" cy="640080"/>
          </a:xfrm>
          <a:prstGeom prst="rect">
            <a:avLst/>
          </a:prstGeom>
          <a:noFill/>
          <a:ln/>
        </p:spPr>
        <p:txBody>
          <a:bodyPr wrap="square" lIns="0" tIns="0" rIns="0" bIns="0" rtlCol="0" anchor="ctr"/>
          <a:lstStyle/>
          <a:p>
            <a:pPr indent="0" marL="0">
              <a:buNone/>
            </a:pPr>
            <a:r>
              <a:rPr lang="en-US" sz="1400" dirty="0">
                <a:solidFill>
                  <a:srgbClr val="1C2833"/>
                </a:solidFill>
                <a:latin typeface="Calibri" pitchFamily="34" charset="0"/>
                <a:ea typeface="Calibri" pitchFamily="34" charset="-122"/>
                <a:cs typeface="Calibri" pitchFamily="34" charset="-120"/>
              </a:rPr>
              <a:t>ΔB versus y and ΔC versus pT. The larger B shifts sit at a few high-pT points, not in one y bin.</a:t>
            </a:r>
            <a:endParaRPr lang="en-US" sz="1400" dirty="0"/>
          </a:p>
        </p:txBody>
      </p:sp>
      <p:sp>
        <p:nvSpPr>
          <p:cNvPr id="6" name="Shape 3"/>
          <p:cNvSpPr/>
          <p:nvPr/>
        </p:nvSpPr>
        <p:spPr>
          <a:xfrm>
            <a:off x="0" y="6601968"/>
            <a:ext cx="12191695" cy="256032"/>
          </a:xfrm>
          <a:prstGeom prst="rect">
            <a:avLst/>
          </a:prstGeom>
          <a:solidFill>
            <a:srgbClr val="1B3A4B"/>
          </a:solidFill>
          <a:ln/>
        </p:spPr>
      </p:sp>
      <p:sp>
        <p:nvSpPr>
          <p:cNvPr id="7"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5D comparison</a:t>
            </a:r>
            <a:endParaRPr lang="en-US" sz="1100" dirty="0"/>
          </a:p>
        </p:txBody>
      </p:sp>
      <p:sp>
        <p:nvSpPr>
          <p:cNvPr id="8"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Median |ΔB| and |ΔC| by Q²-y bin</a:t>
            </a:r>
            <a:endParaRPr lang="en-US" sz="2400" dirty="0"/>
          </a:p>
        </p:txBody>
      </p:sp>
      <p:pic>
        <p:nvPicPr>
          <p:cNvPr id="4" name="Image 0" descr="/Users/richardcapobianco/Desktop/Work_Offline.nosync/SIDIS_Analysis_CLAS12_RichCap/Prepare_Next_Iteration/Fit_Refinement/plots/3D_BC_RC_acc020_review/comparison/median_abs_by_q2y.png">    </p:cNvPr>
          <p:cNvPicPr>
            <a:picLocks noChangeAspect="1"/>
          </p:cNvPicPr>
          <p:nvPr/>
        </p:nvPicPr>
        <p:blipFill>
          <a:blip r:embed="rId1"/>
          <a:stretch>
            <a:fillRect/>
          </a:stretch>
        </p:blipFill>
        <p:spPr>
          <a:xfrm>
            <a:off x="518008" y="868680"/>
            <a:ext cx="11155680" cy="4600700"/>
          </a:xfrm>
          <a:prstGeom prst="rect">
            <a:avLst/>
          </a:prstGeom>
        </p:spPr>
      </p:pic>
      <p:sp>
        <p:nvSpPr>
          <p:cNvPr id="5" name="Text 2"/>
          <p:cNvSpPr/>
          <p:nvPr/>
        </p:nvSpPr>
        <p:spPr>
          <a:xfrm>
            <a:off x="411480" y="5560820"/>
            <a:ext cx="11338560" cy="640080"/>
          </a:xfrm>
          <a:prstGeom prst="rect">
            <a:avLst/>
          </a:prstGeom>
          <a:noFill/>
          <a:ln/>
        </p:spPr>
        <p:txBody>
          <a:bodyPr wrap="square" lIns="0" tIns="0" rIns="0" bIns="0" rtlCol="0" anchor="ctr"/>
          <a:lstStyle/>
          <a:p>
            <a:pPr indent="0" marL="0">
              <a:buNone/>
            </a:pPr>
            <a:r>
              <a:rPr lang="en-US" sz="1400" dirty="0">
                <a:solidFill>
                  <a:srgbClr val="1C2833"/>
                </a:solidFill>
                <a:latin typeface="Calibri" pitchFamily="34" charset="0"/>
                <a:ea typeface="Calibri" pitchFamily="34" charset="-122"/>
                <a:cs typeface="Calibri" pitchFamily="34" charset="-120"/>
              </a:rPr>
              <a:t>Smoothed weight functions. The larger medians are Q²-y 8, 11, 12, and 15, still below 0.02.</a:t>
            </a:r>
            <a:endParaRPr lang="en-US" sz="1400" dirty="0"/>
          </a:p>
        </p:txBody>
      </p:sp>
      <p:sp>
        <p:nvSpPr>
          <p:cNvPr id="6" name="Shape 3"/>
          <p:cNvSpPr/>
          <p:nvPr/>
        </p:nvSpPr>
        <p:spPr>
          <a:xfrm>
            <a:off x="0" y="6601968"/>
            <a:ext cx="12191695" cy="256032"/>
          </a:xfrm>
          <a:prstGeom prst="rect">
            <a:avLst/>
          </a:prstGeom>
          <a:solidFill>
            <a:srgbClr val="1B3A4B"/>
          </a:solidFill>
          <a:ln/>
        </p:spPr>
      </p:sp>
      <p:sp>
        <p:nvSpPr>
          <p:cNvPr id="7"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5D comparison</a:t>
            </a:r>
            <a:endParaRPr lang="en-US" sz="1100" dirty="0"/>
          </a:p>
        </p:txBody>
      </p:sp>
      <p:sp>
        <p:nvSpPr>
          <p:cNvPr id="8"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A after removing the photon-flux convention</a:t>
            </a:r>
            <a:endParaRPr lang="en-US" sz="2400" dirty="0"/>
          </a:p>
        </p:txBody>
      </p:sp>
      <p:pic>
        <p:nvPicPr>
          <p:cNvPr id="4" name="Image 0" descr="/Users/richardcapobianco/Desktop/Work_Offline.nosync/SIDIS_Analysis_CLAS12_RichCap/Prepare_Next_Iteration/Fit_Refinement/plots/3D_BC_RC_acc020_review/comparison/A_convention_and_shape.png">    </p:cNvPr>
          <p:cNvPicPr>
            <a:picLocks noChangeAspect="1"/>
          </p:cNvPicPr>
          <p:nvPr/>
        </p:nvPicPr>
        <p:blipFill>
          <a:blip r:embed="rId1"/>
          <a:stretch>
            <a:fillRect/>
          </a:stretch>
        </p:blipFill>
        <p:spPr>
          <a:xfrm>
            <a:off x="518008" y="868680"/>
            <a:ext cx="11155680" cy="4600700"/>
          </a:xfrm>
          <a:prstGeom prst="rect">
            <a:avLst/>
          </a:prstGeom>
        </p:spPr>
      </p:pic>
      <p:sp>
        <p:nvSpPr>
          <p:cNvPr id="5" name="Text 2"/>
          <p:cNvSpPr/>
          <p:nvPr/>
        </p:nvSpPr>
        <p:spPr>
          <a:xfrm>
            <a:off x="411480" y="5560820"/>
            <a:ext cx="11338560" cy="640080"/>
          </a:xfrm>
          <a:prstGeom prst="rect">
            <a:avLst/>
          </a:prstGeom>
          <a:noFill/>
          <a:ln/>
        </p:spPr>
        <p:txBody>
          <a:bodyPr wrap="square" lIns="0" tIns="0" rIns="0" bIns="0" rtlCol="0" anchor="ctr"/>
          <a:lstStyle/>
          <a:p>
            <a:pPr indent="0" marL="0">
              <a:buNone/>
            </a:pPr>
            <a:r>
              <a:rPr lang="en-US" sz="1400" dirty="0">
                <a:solidFill>
                  <a:srgbClr val="1C2833"/>
                </a:solidFill>
                <a:latin typeface="Calibri" pitchFamily="34" charset="0"/>
                <a:ea typeface="Calibri" pitchFamily="34" charset="-122"/>
                <a:cs typeface="Calibri" pitchFamily="34" charset="-120"/>
              </a:rPr>
              <a:t>Left: (A_3D/A_5D)×Γ_γ. Median 0.976. Right: largest |Δ(1+B cos φ+C cos 2φ)| over φ. Median 0.012.</a:t>
            </a:r>
            <a:endParaRPr lang="en-US" sz="1400" dirty="0"/>
          </a:p>
        </p:txBody>
      </p:sp>
      <p:sp>
        <p:nvSpPr>
          <p:cNvPr id="6" name="Shape 3"/>
          <p:cNvSpPr/>
          <p:nvPr/>
        </p:nvSpPr>
        <p:spPr>
          <a:xfrm>
            <a:off x="0" y="6601968"/>
            <a:ext cx="12191695" cy="256032"/>
          </a:xfrm>
          <a:prstGeom prst="rect">
            <a:avLst/>
          </a:prstGeom>
          <a:solidFill>
            <a:srgbClr val="1B3A4B"/>
          </a:solidFill>
          <a:ln/>
        </p:spPr>
      </p:sp>
      <p:sp>
        <p:nvSpPr>
          <p:cNvPr id="7"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5D comparison</a:t>
            </a:r>
            <a:endParaRPr lang="en-US" sz="1100" dirty="0"/>
          </a:p>
        </p:txBody>
      </p:sp>
      <p:sp>
        <p:nvSpPr>
          <p:cNvPr id="8"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What a drop-in file swap would do to the event weight</a:t>
            </a:r>
            <a:endParaRPr lang="en-US" sz="2400" dirty="0"/>
          </a:p>
        </p:txBody>
      </p:sp>
      <p:pic>
        <p:nvPicPr>
          <p:cNvPr id="4" name="Image 0" descr="/Users/richardcapobianco/Desktop/Work_Offline.nosync/SIDIS_Analysis_CLAS12_RichCap/Prepare_Next_Iteration/Fit_Refinement/plots/3D_BC_RC_acc020_review/comparison/weight_ratios.png">    </p:cNvPr>
          <p:cNvPicPr>
            <a:picLocks noChangeAspect="1"/>
          </p:cNvPicPr>
          <p:nvPr/>
        </p:nvPicPr>
        <p:blipFill>
          <a:blip r:embed="rId1"/>
          <a:stretch>
            <a:fillRect/>
          </a:stretch>
        </p:blipFill>
        <p:spPr>
          <a:xfrm>
            <a:off x="518008" y="868680"/>
            <a:ext cx="11155680" cy="4600700"/>
          </a:xfrm>
          <a:prstGeom prst="rect">
            <a:avLst/>
          </a:prstGeom>
        </p:spPr>
      </p:pic>
      <p:sp>
        <p:nvSpPr>
          <p:cNvPr id="5" name="Text 2"/>
          <p:cNvSpPr/>
          <p:nvPr/>
        </p:nvSpPr>
        <p:spPr>
          <a:xfrm>
            <a:off x="411480" y="5560820"/>
            <a:ext cx="11338560" cy="640080"/>
          </a:xfrm>
          <a:prstGeom prst="rect">
            <a:avLst/>
          </a:prstGeom>
          <a:noFill/>
          <a:ln/>
        </p:spPr>
        <p:txBody>
          <a:bodyPr wrap="square" lIns="0" tIns="0" rIns="0" bIns="0" rtlCol="0" anchor="ctr"/>
          <a:lstStyle/>
          <a:p>
            <a:pPr indent="0" marL="0">
              <a:buNone/>
            </a:pPr>
            <a:r>
              <a:rPr lang="en-US" sz="1400" dirty="0">
                <a:solidFill>
                  <a:srgbClr val="1C2833"/>
                </a:solidFill>
                <a:latin typeface="Calibri" pitchFamily="34" charset="0"/>
                <a:ea typeface="Calibri" pitchFamily="34" charset="-122"/>
                <a:cs typeface="Calibri" pitchFamily="34" charset="-120"/>
              </a:rPr>
              <a:t>Left: log10(W_3D/W_5D) at φ_h = 0. Median ratio 1804. Right: the same ratio after multiplying out Γ_γ, in percent.</a:t>
            </a:r>
            <a:endParaRPr lang="en-US" sz="1400" dirty="0"/>
          </a:p>
        </p:txBody>
      </p:sp>
      <p:sp>
        <p:nvSpPr>
          <p:cNvPr id="6" name="Shape 3"/>
          <p:cNvSpPr/>
          <p:nvPr/>
        </p:nvSpPr>
        <p:spPr>
          <a:xfrm>
            <a:off x="0" y="6601968"/>
            <a:ext cx="12191695" cy="256032"/>
          </a:xfrm>
          <a:prstGeom prst="rect">
            <a:avLst/>
          </a:prstGeom>
          <a:solidFill>
            <a:srgbClr val="1B3A4B"/>
          </a:solidFill>
          <a:ln/>
        </p:spPr>
      </p:sp>
      <p:sp>
        <p:nvSpPr>
          <p:cNvPr id="7"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5D comparison</a:t>
            </a:r>
            <a:endParaRPr lang="en-US" sz="1100" dirty="0"/>
          </a:p>
        </p:txBody>
      </p:sp>
      <p:sp>
        <p:nvSpPr>
          <p:cNvPr id="8"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Largest fit-parameter differences</a:t>
            </a:r>
            <a:endParaRPr lang="en-US" sz="2400" dirty="0"/>
          </a:p>
        </p:txBody>
      </p:sp>
      <p:sp>
        <p:nvSpPr>
          <p:cNvPr id="4" name="Text 2"/>
          <p:cNvSpPr/>
          <p:nvPr/>
        </p:nvSpPr>
        <p:spPr>
          <a:xfrm>
            <a:off x="411480" y="777240"/>
            <a:ext cx="11338560" cy="320040"/>
          </a:xfrm>
          <a:prstGeom prst="rect">
            <a:avLst/>
          </a:prstGeom>
          <a:noFill/>
          <a:ln/>
        </p:spPr>
        <p:txBody>
          <a:bodyPr wrap="square" lIns="0" tIns="0" rIns="0" bIns="0" rtlCol="0" anchor="ctr"/>
          <a:lstStyle/>
          <a:p>
            <a:pPr indent="0" marL="0">
              <a:buNone/>
            </a:pPr>
            <a:r>
              <a:rPr lang="en-US" sz="1400" dirty="0">
                <a:solidFill>
                  <a:srgbClr val="5E6A71"/>
                </a:solidFill>
                <a:latin typeface="Calibri" pitchFamily="34" charset="0"/>
                <a:ea typeface="Calibri" pitchFamily="34" charset="-122"/>
                <a:cs typeface="Calibri" pitchFamily="34" charset="-120"/>
              </a:rPr>
              <a:t>Training values, before spline smoothing. |ΔB| never exceeds 0.10. |ΔC| never exceeds 0.10.</a:t>
            </a:r>
            <a:endParaRPr lang="en-US" sz="1400" dirty="0"/>
          </a:p>
        </p:txBody>
      </p:sp>
      <p:sp>
        <p:nvSpPr>
          <p:cNvPr id="5" name="Text 3"/>
          <p:cNvSpPr/>
          <p:nvPr/>
        </p:nvSpPr>
        <p:spPr>
          <a:xfrm>
            <a:off x="411480" y="1143000"/>
            <a:ext cx="5486400" cy="274320"/>
          </a:xfrm>
          <a:prstGeom prst="rect">
            <a:avLst/>
          </a:prstGeom>
          <a:noFill/>
          <a:ln/>
        </p:spPr>
        <p:txBody>
          <a:bodyPr wrap="square" lIns="0" tIns="0" rIns="0" bIns="0" rtlCol="0" anchor="ctr"/>
          <a:lstStyle/>
          <a:p>
            <a:pPr indent="0" marL="0">
              <a:buNone/>
            </a:pPr>
            <a:r>
              <a:rPr lang="en-US" sz="1600" dirty="0">
                <a:solidFill>
                  <a:srgbClr val="1B3A4B"/>
                </a:solidFill>
                <a:latin typeface="Georgia" pitchFamily="34" charset="0"/>
                <a:ea typeface="Georgia" pitchFamily="34" charset="-122"/>
                <a:cs typeface="Georgia" pitchFamily="34" charset="-120"/>
              </a:rPr>
              <a:t>B</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5669280" cy="2286000"/>
        </p:xfrm>
        <a:graphic>
          <a:graphicData uri="http://schemas.openxmlformats.org/drawingml/2006/table">
            <a:tbl>
              <a:tblPr/>
              <a:tblGrid>
                <a:gridCol w="809897"/>
                <a:gridCol w="809897"/>
                <a:gridCol w="809897"/>
                <a:gridCol w="809897"/>
                <a:gridCol w="809897"/>
                <a:gridCol w="809897"/>
                <a:gridCol w="809897"/>
              </a:tblGrid>
              <a:tr h="3810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Bin</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z</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pT</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3D</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5D</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Δ</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2, 6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0.63</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-0.319</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-0.407</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0.088</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10, 2</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0.61</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0.26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-0.039</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-0.114</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0.075</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3, 24</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-0.162</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-0.236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0.074</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8, 20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0.41</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0.53</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-0.210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-0.137</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-0.073</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1, 1</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0.14</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0.021</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-0.040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0.061</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bl>
          </a:graphicData>
        </a:graphic>
      </p:graphicFrame>
      <p:sp>
        <p:nvSpPr>
          <p:cNvPr id="7" name="Text 4"/>
          <p:cNvSpPr/>
          <p:nvPr/>
        </p:nvSpPr>
        <p:spPr>
          <a:xfrm>
            <a:off x="6263640" y="1143000"/>
            <a:ext cx="5486400" cy="274320"/>
          </a:xfrm>
          <a:prstGeom prst="rect">
            <a:avLst/>
          </a:prstGeom>
          <a:noFill/>
          <a:ln/>
        </p:spPr>
        <p:txBody>
          <a:bodyPr wrap="square" lIns="0" tIns="0" rIns="0" bIns="0" rtlCol="0" anchor="ctr"/>
          <a:lstStyle/>
          <a:p>
            <a:pPr indent="0" marL="0">
              <a:buNone/>
            </a:pPr>
            <a:r>
              <a:rPr lang="en-US" sz="1600" dirty="0">
                <a:solidFill>
                  <a:srgbClr val="1B3A4B"/>
                </a:solidFill>
                <a:latin typeface="Georgia" pitchFamily="34" charset="0"/>
                <a:ea typeface="Georgia" pitchFamily="34" charset="-122"/>
                <a:cs typeface="Georgia" pitchFamily="34" charset="-120"/>
              </a:rPr>
              <a:t>C</a:t>
            </a:r>
            <a:endParaRPr lang="en-US" sz="16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172200" y="1463040"/>
          <a:ext cx="5669280" cy="2286000"/>
        </p:xfrm>
        <a:graphic>
          <a:graphicData uri="http://schemas.openxmlformats.org/drawingml/2006/table">
            <a:tbl>
              <a:tblPr/>
              <a:tblGrid>
                <a:gridCol w="809897"/>
                <a:gridCol w="809897"/>
                <a:gridCol w="809897"/>
                <a:gridCol w="809897"/>
                <a:gridCol w="809897"/>
                <a:gridCol w="809897"/>
                <a:gridCol w="809897"/>
              </a:tblGrid>
              <a:tr h="3810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Bin</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z</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pT</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3D</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5D</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Δ</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solidFill>
                      <a:srgbClr val="1B3A4B"/>
                    </a:solidFill>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3, 24</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0.014</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0.082</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-0.068</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9, 9</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0.36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0.26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-0.019</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-0.058</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14, 15</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0.019</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-0.033</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0.051</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1, 22</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0.14</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-0.013</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0.033</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-0.046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r h="381000">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9, 2</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0.26</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-0.033</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0.008</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c>
                  <a:txBody>
                    <a:bodyPr/>
                    <a:lstStyle/>
                    <a:p>
                      <a:pPr algn="ctr" indent="0" marL="0">
                        <a:buNone/>
                      </a:pPr>
                      <a:r>
                        <a:rPr lang="en-US" sz="1200" dirty="0">
                          <a:solidFill>
                            <a:srgbClr val="1C2833"/>
                          </a:solidFill>
                          <a:latin typeface="Calibri" pitchFamily="34" charset="0"/>
                          <a:ea typeface="Calibri" pitchFamily="34" charset="-122"/>
                          <a:cs typeface="Calibri" pitchFamily="34" charset="-120"/>
                        </a:rPr>
                        <a:t>-0.041</a:t>
                      </a:r>
                      <a:endParaRPr lang="en-US" sz="1200" dirty="0">
                        <a:latin typeface="Calibri" charset="0"/>
                        <a:ea typeface="Calibri" charset="0"/>
                        <a:cs typeface="Calibri" charset="0"/>
                      </a:endParaRPr>
                    </a:p>
                  </a:txBody>
                  <a:tcPr marL="91440" marR="91440" marT="45720" marB="45720" anchor="ctr">
                    <a:lnL w="6350" cap="flat" cmpd="sng" algn="ctr">
                      <a:solidFill>
                        <a:srgbClr val="D9D3C9"/>
                      </a:solidFill>
                      <a:prstDash val="solid"/>
                      <a:round/>
                      <a:headEnd type="none" w="med" len="med"/>
                      <a:tailEnd type="none" w="med" len="med"/>
                    </a:lnL>
                    <a:lnR w="6350" cap="flat" cmpd="sng" algn="ctr">
                      <a:solidFill>
                        <a:srgbClr val="D9D3C9"/>
                      </a:solidFill>
                      <a:prstDash val="solid"/>
                      <a:round/>
                      <a:headEnd type="none" w="med" len="med"/>
                      <a:tailEnd type="none" w="med" len="med"/>
                    </a:lnR>
                    <a:lnT w="6350" cap="flat" cmpd="sng" algn="ctr">
                      <a:solidFill>
                        <a:srgbClr val="D9D3C9"/>
                      </a:solidFill>
                      <a:prstDash val="solid"/>
                      <a:round/>
                      <a:headEnd type="none" w="med" len="med"/>
                      <a:tailEnd type="none" w="med" len="med"/>
                    </a:lnT>
                    <a:lnB w="6350" cap="flat" cmpd="sng" algn="ctr">
                      <a:solidFill>
                        <a:srgbClr val="D9D3C9"/>
                      </a:solidFill>
                      <a:prstDash val="solid"/>
                      <a:round/>
                      <a:headEnd type="none" w="med" len="med"/>
                      <a:tailEnd type="none" w="med" len="med"/>
                    </a:lnB>
                  </a:tcPr>
                </a:tc>
              </a:tr>
            </a:tbl>
          </a:graphicData>
        </a:graphic>
      </p:graphicFrame>
      <p:sp>
        <p:nvSpPr>
          <p:cNvPr id="9" name="Text 5"/>
          <p:cNvSpPr/>
          <p:nvPr/>
        </p:nvSpPr>
        <p:spPr>
          <a:xfrm>
            <a:off x="411480" y="4023360"/>
            <a:ext cx="11338560" cy="1280160"/>
          </a:xfrm>
          <a:prstGeom prst="rect">
            <a:avLst/>
          </a:prstGeom>
          <a:noFill/>
          <a:ln/>
        </p:spPr>
        <p:txBody>
          <a:bodyPr wrap="square" lIns="0" tIns="0" rIns="0" bIns="0" rtlCol="0" anchor="ctr"/>
          <a:lstStyle/>
          <a:p>
            <a:pPr indent="0" marL="0">
              <a:buNone/>
            </a:pPr>
            <a:r>
              <a:rPr lang="en-US" sz="1500" dirty="0">
                <a:solidFill>
                  <a:srgbClr val="1C2833"/>
                </a:solidFill>
                <a:latin typeface="Calibri" pitchFamily="34" charset="0"/>
                <a:ea typeface="Calibri" pitchFamily="34" charset="-122"/>
                <a:cs typeface="Calibri" pitchFamily="34" charset="-120"/>
              </a:rPr>
              <a:t>Parameter |ΔB|: median 0.012, 95th percentile 0.039, maximum 0.088. 3.1% of matched bins exceed 0.05. Parameter |ΔC|: median 0.008, 95th percentile 0.033, maximum 0.068. The biggest B shifts are high-z or high-pT edges, especially (2, 6). They are spread across Q²-y rather than confined to one region.</a:t>
            </a:r>
            <a:endParaRPr lang="en-US" sz="1500" dirty="0"/>
          </a:p>
        </p:txBody>
      </p:sp>
      <p:sp>
        <p:nvSpPr>
          <p:cNvPr id="10" name="Shape 6"/>
          <p:cNvSpPr/>
          <p:nvPr/>
        </p:nvSpPr>
        <p:spPr>
          <a:xfrm>
            <a:off x="0" y="6601968"/>
            <a:ext cx="12191695" cy="256032"/>
          </a:xfrm>
          <a:prstGeom prst="rect">
            <a:avLst/>
          </a:prstGeom>
          <a:solidFill>
            <a:srgbClr val="1B3A4B"/>
          </a:solidFill>
          <a:ln/>
        </p:spPr>
      </p:sp>
      <p:sp>
        <p:nvSpPr>
          <p:cNvPr id="11" name="Text 7"/>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Fit parameters. The smoothed weight functions move less than these training values.</a:t>
            </a:r>
            <a:endParaRPr lang="en-US" sz="1100" dirty="0"/>
          </a:p>
        </p:txBody>
      </p:sp>
      <p:sp>
        <p:nvSpPr>
          <p:cNvPr id="12" name="Text 8"/>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What the change means for the next iteration</a:t>
            </a:r>
            <a:endParaRPr lang="en-US" sz="2400" dirty="0"/>
          </a:p>
        </p:txBody>
      </p:sp>
      <p:sp>
        <p:nvSpPr>
          <p:cNvPr id="4" name="Text 2"/>
          <p:cNvSpPr/>
          <p:nvPr/>
        </p:nvSpPr>
        <p:spPr>
          <a:xfrm>
            <a:off x="457200" y="914400"/>
            <a:ext cx="11247120" cy="5303520"/>
          </a:xfrm>
          <a:prstGeom prst="rect">
            <a:avLst/>
          </a:prstGeom>
          <a:noFill/>
          <a:ln/>
        </p:spPr>
        <p:txBody>
          <a:bodyPr wrap="square" lIns="0" tIns="0" rIns="0" bIns="0" rtlCol="0" anchor="ctr"/>
          <a:lstStyle/>
          <a:p>
            <a:pPr indent="0" marL="0">
              <a:spcAft>
                <a:spcPts val="600"/>
              </a:spcAft>
              <a:buNone/>
            </a:pPr>
            <a:r>
              <a:rPr lang="en-US" sz="1600" b="1" dirty="0">
                <a:solidFill>
                  <a:srgbClr val="1C2833"/>
                </a:solidFill>
                <a:latin typeface="Calibri" pitchFamily="34" charset="0"/>
                <a:ea typeface="Calibri" pitchFamily="34" charset="-122"/>
                <a:cs typeface="Calibri" pitchFamily="34" charset="-120"/>
              </a:rPr>
              <a:t>The φ modulation is close.</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Across 421 shared bins, B and C differ by about 0.01. The change is broad. Q²-y 8, 11, 12, and 15 move a little more. A few high-pT edges move by 0.05–0.09 in B.</a:t>
            </a:r>
            <a:endParaRPr lang="en-US" sz="1600" dirty="0"/>
          </a:p>
          <a:p>
            <a:pPr indent="0" marL="0">
              <a:spcAft>
                <a:spcPts val="600"/>
              </a:spcAft>
              <a:buNone/>
            </a:pPr>
            <a:r>
              <a:rPr lang="en-US" sz="1600" b="1" dirty="0">
                <a:solidFill>
                  <a:srgbClr val="1C2833"/>
                </a:solidFill>
                <a:latin typeface="Calibri" pitchFamily="34" charset="0"/>
                <a:ea typeface="Calibri" pitchFamily="34" charset="-122"/>
                <a:cs typeface="Calibri" pitchFamily="34" charset="-120"/>
              </a:rPr>
              <a:t>The absolute weight is not a drop-in.</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The new A is divided by Γ_γ. The July A is not. At φ_h = 0 the new weight is larger by a median factor 1804, and that factor changes with Q² and y (95th percentile 7451). Γ_γ itself is about 5×10⁻⁴.</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Once that factor is removed, the remaining weight change is a few percent in the middle of the distribution and a few tens of percent in the tail. The July file also uses the pre-11 August 2026 target density, a flat 2.0% luminosity difference (0.07151 / 0.0701).</a:t>
            </a:r>
            <a:endParaRPr lang="en-US" sz="1600" dirty="0"/>
          </a:p>
          <a:p>
            <a:pPr indent="0" marL="0">
              <a:spcAft>
                <a:spcPts val="600"/>
              </a:spcAft>
              <a:buNone/>
            </a:pPr>
            <a:r>
              <a:rPr lang="en-US" sz="1600" b="1" dirty="0">
                <a:solidFill>
                  <a:srgbClr val="1C2833"/>
                </a:solidFill>
                <a:latin typeface="Calibri" pitchFamily="34" charset="0"/>
                <a:ea typeface="Calibri" pitchFamily="34" charset="-122"/>
                <a:cs typeface="Calibri" pitchFamily="34" charset="-120"/>
              </a:rPr>
              <a:t>Practical step</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Keep the Monte Carlo and response-matrix defaults on the July 5D file until a 3D weight is built with the same A convention, or the consumer is taught to expect the flux division. The new file is the right cross-section spline. It is not the right drop-in event weight.</a:t>
            </a:r>
            <a:endParaRPr lang="en-US" sz="1600" dirty="0"/>
          </a:p>
        </p:txBody>
      </p:sp>
      <p:sp>
        <p:nvSpPr>
          <p:cNvPr id="5" name="Shape 3"/>
          <p:cNvSpPr/>
          <p:nvPr/>
        </p:nvSpPr>
        <p:spPr>
          <a:xfrm>
            <a:off x="0" y="6601968"/>
            <a:ext cx="12191695" cy="256032"/>
          </a:xfrm>
          <a:prstGeom prst="rect">
            <a:avLst/>
          </a:prstGeom>
          <a:solidFill>
            <a:srgbClr val="1B3A4B"/>
          </a:solidFill>
          <a:ln/>
        </p:spPr>
      </p:sp>
      <p:sp>
        <p:nvSpPr>
          <p:cNvPr id="6"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Defaults were not switched. Production was not run.</a:t>
            </a:r>
            <a:endParaRPr lang="en-US" sz="1100" dirty="0"/>
          </a:p>
        </p:txBody>
      </p:sp>
      <p:sp>
        <p:nvSpPr>
          <p:cNvPr id="7"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B3A4B"/>
          </a:solidFill>
          <a:ln/>
        </p:spPr>
      </p:sp>
      <p:sp>
        <p:nvSpPr>
          <p:cNvPr id="3" name="Text 1"/>
          <p:cNvSpPr/>
          <p:nvPr/>
        </p:nvSpPr>
        <p:spPr>
          <a:xfrm>
            <a:off x="365760" y="128016"/>
            <a:ext cx="11338560" cy="420624"/>
          </a:xfrm>
          <a:prstGeom prst="rect">
            <a:avLst/>
          </a:prstGeom>
          <a:noFill/>
          <a:ln/>
        </p:spPr>
        <p:txBody>
          <a:bodyPr wrap="square" lIns="0" tIns="0" rIns="0" bIns="0" rtlCol="0" anchor="ctr"/>
          <a:lstStyle/>
          <a:p>
            <a:pPr indent="0" marL="0">
              <a:buNone/>
            </a:pPr>
            <a:r>
              <a:rPr lang="en-US" sz="2400" dirty="0">
                <a:solidFill>
                  <a:srgbClr val="FFFFFF"/>
                </a:solidFill>
                <a:latin typeface="Georgia" pitchFamily="34" charset="0"/>
                <a:ea typeface="Georgia" pitchFamily="34" charset="-122"/>
                <a:cs typeface="Georgia" pitchFamily="34" charset="-120"/>
              </a:rPr>
              <a:t>Where the products are</a:t>
            </a:r>
            <a:endParaRPr lang="en-US" sz="2400" dirty="0"/>
          </a:p>
        </p:txBody>
      </p:sp>
      <p:sp>
        <p:nvSpPr>
          <p:cNvPr id="4" name="Text 2"/>
          <p:cNvSpPr/>
          <p:nvPr/>
        </p:nvSpPr>
        <p:spPr>
          <a:xfrm>
            <a:off x="457200" y="960120"/>
            <a:ext cx="11247120" cy="5120640"/>
          </a:xfrm>
          <a:prstGeom prst="rect">
            <a:avLst/>
          </a:prstGeom>
          <a:noFill/>
          <a:ln/>
        </p:spPr>
        <p:txBody>
          <a:bodyPr wrap="square" lIns="0" tIns="0" rIns="0" bIns="0" rtlCol="0" anchor="ctr"/>
          <a:lstStyle/>
          <a:p>
            <a:pPr indent="0" marL="0">
              <a:spcAft>
                <a:spcPts val="600"/>
              </a:spcAft>
              <a:buNone/>
            </a:pPr>
            <a:r>
              <a:rPr lang="en-US" sz="1600" b="1" dirty="0">
                <a:solidFill>
                  <a:srgbClr val="1C2833"/>
                </a:solidFill>
                <a:latin typeface="Calibri" pitchFamily="34" charset="0"/>
                <a:ea typeface="Calibri" pitchFamily="34" charset="-122"/>
                <a:cs typeface="Calibri" pitchFamily="34" charset="-120"/>
              </a:rPr>
              <a:t>ROOT and JSON, updated in place</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Unfolded_Simple_3D_Final_Thesis_Bank_</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rho0_new_acc020_Zeroth_Order_Full.root</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Fit_Pars_from_Simple_RooUnfold_SelfContained_using_</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Unfolded_Simple_3D_Final_Thesis_Bank_</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rho0_new_acc020_Zeroth_Order_Full.json</a:t>
            </a:r>
            <a:endParaRPr lang="en-US" sz="1600" dirty="0"/>
          </a:p>
          <a:p>
            <a:pPr indent="0" marL="0">
              <a:spcAft>
                <a:spcPts val="600"/>
              </a:spcAft>
              <a:buNone/>
            </a:pPr>
            <a:r>
              <a:rPr lang="en-US" sz="1600" b="1" dirty="0">
                <a:solidFill>
                  <a:srgbClr val="1C2833"/>
                </a:solidFill>
                <a:latin typeface="Calibri" pitchFamily="34" charset="0"/>
                <a:ea typeface="Calibri" pitchFamily="34" charset="-122"/>
                <a:cs typeface="Calibri" pitchFamily="34" charset="-120"/>
              </a:rPr>
              <a:t>Spline, new names</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Prepare_Next_Iteration/acc020_3D_BC_RC_4D_xB_Fit_Pars_from_3D_BC_RC_Bayesian_Compute_SplineWeight.txt</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Matching Fit_Par_A/B/C .npz and .pkl files sit beside it. 452 training points. No failed fits removed.</a:t>
            </a:r>
            <a:endParaRPr lang="en-US" sz="1600" dirty="0"/>
          </a:p>
          <a:p>
            <a:pPr indent="0" marL="0">
              <a:spcAft>
                <a:spcPts val="600"/>
              </a:spcAft>
              <a:buNone/>
            </a:pPr>
            <a:r>
              <a:rPr lang="en-US" sz="1600" b="1" dirty="0">
                <a:solidFill>
                  <a:srgbClr val="1C2833"/>
                </a:solidFill>
                <a:latin typeface="Calibri" pitchFamily="34" charset="0"/>
                <a:ea typeface="Calibri" pitchFamily="34" charset="-122"/>
                <a:cs typeface="Calibri" pitchFamily="34" charset="-120"/>
              </a:rPr>
              <a:t>Figures</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phi_h_pdf/Q2y01 through Q2y17, 452 pages. Comparison tables and plots are in comparison/.</a:t>
            </a:r>
            <a:endParaRPr lang="en-US" sz="1600" dirty="0"/>
          </a:p>
          <a:p>
            <a:pPr indent="0" marL="0">
              <a:spcAft>
                <a:spcPts val="600"/>
              </a:spcAft>
              <a:buNone/>
            </a:pPr>
            <a:r>
              <a:rPr lang="en-US" sz="1600" dirty="0">
                <a:solidFill>
                  <a:srgbClr val="1C2833"/>
                </a:solidFill>
                <a:latin typeface="Calibri" pitchFamily="34" charset="0"/>
                <a:ea typeface="Calibri" pitchFamily="34" charset="-122"/>
                <a:cs typeface="Calibri" pitchFamily="34" charset="-120"/>
              </a:rPr>
              <a:t>The slides after this one are those 452 fits, grouped by Q²-y.</a:t>
            </a:r>
            <a:endParaRPr lang="en-US" sz="1600" dirty="0"/>
          </a:p>
        </p:txBody>
      </p:sp>
      <p:sp>
        <p:nvSpPr>
          <p:cNvPr id="5" name="Shape 3"/>
          <p:cNvSpPr/>
          <p:nvPr/>
        </p:nvSpPr>
        <p:spPr>
          <a:xfrm>
            <a:off x="0" y="6601968"/>
            <a:ext cx="12191695" cy="256032"/>
          </a:xfrm>
          <a:prstGeom prst="rect">
            <a:avLst/>
          </a:prstGeom>
          <a:solidFill>
            <a:srgbClr val="1B3A4B"/>
          </a:solidFill>
          <a:ln/>
        </p:spPr>
      </p:sp>
      <p:sp>
        <p:nvSpPr>
          <p:cNvPr id="6" name="Text 4"/>
          <p:cNvSpPr/>
          <p:nvPr/>
        </p:nvSpPr>
        <p:spPr>
          <a:xfrm>
            <a:off x="365760" y="6620256"/>
            <a:ext cx="9326880" cy="201168"/>
          </a:xfrm>
          <a:prstGeom prst="rect">
            <a:avLst/>
          </a:prstGeom>
          <a:noFill/>
          <a:ln/>
        </p:spPr>
        <p:txBody>
          <a:bodyPr wrap="square" lIns="0" tIns="0" rIns="0" bIns="0" rtlCol="0" anchor="ctr"/>
          <a:lstStyle/>
          <a:p>
            <a:pPr indent="0" marL="0">
              <a:buNone/>
            </a:pPr>
            <a:r>
              <a:rPr lang="en-US" sz="1100" dirty="0">
                <a:solidFill>
                  <a:srgbClr val="E7EEF2"/>
                </a:solidFill>
                <a:latin typeface="Calibri" pitchFamily="34" charset="0"/>
                <a:ea typeface="Calibri" pitchFamily="34" charset="-122"/>
                <a:cs typeface="Calibri" pitchFamily="34" charset="-120"/>
              </a:rPr>
              <a:t>Full-resolution PDFs remain in phi_h_pdf/.</a:t>
            </a:r>
            <a:endParaRPr lang="en-US" sz="1100" dirty="0"/>
          </a:p>
        </p:txBody>
      </p:sp>
      <p:sp>
        <p:nvSpPr>
          <p:cNvPr id="7" name="Text 5"/>
          <p:cNvSpPr/>
          <p:nvPr/>
        </p:nvSpPr>
        <p:spPr>
          <a:xfrm>
            <a:off x="9509760" y="6620256"/>
            <a:ext cx="2286000" cy="201168"/>
          </a:xfrm>
          <a:prstGeom prst="rect">
            <a:avLst/>
          </a:prstGeom>
          <a:noFill/>
          <a:ln/>
        </p:spPr>
        <p:txBody>
          <a:bodyPr wrap="square" lIns="0" tIns="0" rIns="0" bIns="0" rtlCol="0" anchor="ctr"/>
          <a:lstStyle/>
          <a:p>
            <a:pPr algn="r" indent="0" marL="0">
              <a:buNone/>
            </a:pPr>
            <a:r>
              <a:rPr lang="en-US" sz="1100" dirty="0">
                <a:solidFill>
                  <a:srgbClr val="E7EEF2"/>
                </a:solidFill>
                <a:latin typeface="Calibri" pitchFamily="34" charset="0"/>
                <a:ea typeface="Calibri" pitchFamily="34" charset="-122"/>
                <a:cs typeface="Calibri" pitchFamily="34" charset="-120"/>
              </a:rPr>
              <a:t>3D BC+RC acc020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29 z-pT bins   ·   native BC+RC histogram and fit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30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3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1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2</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32 z-pT bins   ·   native BC+RC histogram and fit</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33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3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2    z-pT 34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2_zpt3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3</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28 z-pT bins   ·   native BC+RC histogram and fit</a:t>
            </a:r>
            <a:endParaRPr lang="en-US" sz="2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3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3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4</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23 z-pT bins   ·   native BC+RC histogram and fit</a:t>
            </a:r>
            <a:endParaRPr lang="en-US" sz="2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33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3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4    z-pT 34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4_zpt3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5</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32 z-pT bins   ·   native BC+RC histogram and fit</a:t>
            </a:r>
            <a:endParaRPr lang="en-US" sz="20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33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3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5    z-pT 34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5_zpt3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6</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26 z-pT bins   ·   native BC+RC histogram and fit</a:t>
            </a:r>
            <a:endParaRPr lang="en-US" sz="20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6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6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7</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32 z-pT bins   ·   native BC+RC histogram and fit</a:t>
            </a:r>
            <a:endParaRPr lang="en-US" sz="20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33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3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34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3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7    z-pT 35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7_zpt3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8</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26 z-pT bins   ·   native BC+RC histogram and fit</a:t>
            </a:r>
            <a:endParaRPr lang="en-US" sz="20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30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3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33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3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8    z-pT 34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8_zpt3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9</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29 z-pT bins   ·   native BC+RC histogram and fit</a:t>
            </a:r>
            <a:endParaRPr lang="en-US" sz="20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30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3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9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09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10</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32 z-pT bins   ·   native BC+RC histogram and fit</a:t>
            </a:r>
            <a:endParaRPr lang="en-US" sz="20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name="Slide 30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name="Slide 31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name="Slide 31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name="Slide 31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name="Slide 31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33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3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name="Slide 31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10    z-pT 34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0_zpt3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name="Slide 315">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11</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23 z-pT bins   ·   native BC+RC histogram and fit</a:t>
            </a:r>
            <a:endParaRPr lang="en-US" sz="2000" dirty="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name="Slide 31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name="Slide 31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name="Slide 31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name="Slide 31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name="Slide 32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name="Slide 32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name="Slide 32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name="Slide 32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name="Slide 32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name="Slide 32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name="Slide 32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name="Slide 32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name="Slide 32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name="Slide 33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name="Slide 33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name="Slide 33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name="Slide 33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name="Slide 33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name="Slide 33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name="Slide 33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name="Slide 33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name="Slide 33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11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1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name="Slide 339">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12</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15 z-pT bins   ·   native BC+RC histogram and fit</a:t>
            </a:r>
            <a:endParaRPr lang="en-US" sz="2000" dirty="0"/>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name="Slide 34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name="Slide 34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name="Slide 34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name="Slide 34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name="Slide 34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name="Slide 34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name="Slide 34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name="Slide 34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name="Slide 34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name="Slide 34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name="Slide 35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name="Slide 35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name="Slide 35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name="Slide 35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name="Slide 35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12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2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name="Slide 355">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13</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26 z-pT bins   ·   native BC+RC histogram and fit</a:t>
            </a:r>
            <a:endParaRPr lang="en-US" sz="2000" dirty="0"/>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name="Slide 35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name="Slide 35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name="Slide 35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name="Slide 35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name="Slide 36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name="Slide 36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name="Slide 36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name="Slide 36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name="Slide 36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name="Slide 36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name="Slide 36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name="Slide 36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name="Slide 36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name="Slide 36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name="Slide 37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name="Slide 37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name="Slide 37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name="Slide 37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name="Slide 37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name="Slide 37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name="Slide 37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name="Slide 37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name="Slide 37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name="Slide 37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name="Slide 38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name="Slide 38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13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3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name="Slide 382">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14</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31 z-pT bins   ·   native BC+RC histogram and fit</a:t>
            </a:r>
            <a:endParaRPr lang="en-US" sz="2000" dirty="0"/>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name="Slide 38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name="Slide 38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name="Slide 38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name="Slide 38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name="Slide 38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name="Slide 38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name="Slide 38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name="Slide 39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name="Slide 39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name="Slide 39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name="Slide 39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name="Slide 39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name="Slide 39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name="Slide 39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name="Slide 39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name="Slide 39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name="Slide 39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name="Slide 40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name="Slide 40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name="Slide 40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name="Slide 40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name="Slide 40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name="Slide 40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name="Slide 40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name="Slide 40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name="Slide 40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name="Slide 40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29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2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name="Slide 41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31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3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name="Slide 41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32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3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name="Slide 41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33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3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name="Slide 41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14    z-pT 34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4_zpt3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name="Slide 414">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15</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19 z-pT bins   ·   native BC+RC histogram and fit</a:t>
            </a:r>
            <a:endParaRPr lang="en-US" sz="2000" dirty="0"/>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name="Slide 41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name="Slide 41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name="Slide 41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name="Slide 41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name="Slide 41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name="Slide 42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name="Slide 42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name="Slide 42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name="Slide 42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name="Slide 42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name="Slide 42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name="Slide 42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name="Slide 42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name="Slide 42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name="Slide 42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name="Slide 43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name="Slide 43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name="Slide 43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name="Slide 43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15    z-pT 24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5_zpt2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name="Slide 434">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16</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24 z-pT bins   ·   native BC+RC histogram and fit</a:t>
            </a:r>
            <a:endParaRPr lang="en-US" sz="2000" dirty="0"/>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name="Slide 43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name="Slide 43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name="Slide 43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name="Slide 43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name="Slide 43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name="Slide 44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name="Slide 44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name="Slide 44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name="Slide 44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name="Slide 44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name="Slide 44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name="Slide 44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name="Slide 44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name="Slide 44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name="Slide 44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name="Slide 45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name="Slide 45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name="Slide 45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name="Slide 45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name="Slide 45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name="Slide 45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name="Slide 45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name="Slide 45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name="Slide 45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16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6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name="Slide 459">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2377440"/>
            <a:ext cx="10972800" cy="640080"/>
          </a:xfrm>
          <a:prstGeom prst="rect">
            <a:avLst/>
          </a:prstGeom>
          <a:noFill/>
          <a:ln/>
        </p:spPr>
        <p:txBody>
          <a:bodyPr wrap="square" lIns="0" tIns="0" rIns="0" bIns="0" rtlCol="0" anchor="ctr"/>
          <a:lstStyle/>
          <a:p>
            <a:pPr indent="0" marL="0">
              <a:buNone/>
            </a:pPr>
            <a:r>
              <a:rPr lang="en-US" sz="4000" dirty="0">
                <a:solidFill>
                  <a:srgbClr val="FFFFFF"/>
                </a:solidFill>
                <a:latin typeface="Georgia" pitchFamily="34" charset="0"/>
                <a:ea typeface="Georgia" pitchFamily="34" charset="-122"/>
                <a:cs typeface="Georgia" pitchFamily="34" charset="-120"/>
              </a:rPr>
              <a:t>Q²-y bin 17</a:t>
            </a:r>
            <a:endParaRPr lang="en-US" sz="4000" dirty="0"/>
          </a:p>
        </p:txBody>
      </p:sp>
      <p:sp>
        <p:nvSpPr>
          <p:cNvPr id="3" name="Text 1"/>
          <p:cNvSpPr/>
          <p:nvPr/>
        </p:nvSpPr>
        <p:spPr>
          <a:xfrm>
            <a:off x="640080" y="3154680"/>
            <a:ext cx="10972800" cy="365760"/>
          </a:xfrm>
          <a:prstGeom prst="rect">
            <a:avLst/>
          </a:prstGeom>
          <a:noFill/>
          <a:ln/>
        </p:spPr>
        <p:txBody>
          <a:bodyPr wrap="square" lIns="0" tIns="0" rIns="0" bIns="0" rtlCol="0" anchor="ctr"/>
          <a:lstStyle/>
          <a:p>
            <a:pPr indent="0" marL="0">
              <a:buNone/>
            </a:pPr>
            <a:r>
              <a:rPr lang="en-US" sz="2000" dirty="0">
                <a:solidFill>
                  <a:srgbClr val="D5E2E8"/>
                </a:solidFill>
                <a:latin typeface="Calibri" pitchFamily="34" charset="0"/>
                <a:ea typeface="Calibri" pitchFamily="34" charset="-122"/>
                <a:cs typeface="Calibri" pitchFamily="34" charset="-120"/>
              </a:rPr>
              <a:t>25 z-pT bins   ·   native BC+RC histogram and fit</a:t>
            </a:r>
            <a:endParaRPr lang="en-US" sz="2000" dirty="0"/>
          </a:p>
        </p:txBody>
      </p:sp>
    </p:spTree>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name="Slide 46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0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name="Slide 46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0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name="Slide 46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0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name="Slide 46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0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name="Slide 46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0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name="Slide 46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0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name="Slide 46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0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name="Slide 46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name="Slide 46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name="Slide 46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name="Slide 47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name="Slide 47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14</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4.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name="Slide 47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name="Slide 47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name="Slide 47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name="Slide 475">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name="Slide 47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19</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19.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name="Slide 477">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20</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20.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name="Slide 478">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21</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21.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name="Slide 47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22</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22.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name="Slide 480">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23</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23.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name="Slide 481">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25</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25.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name="Slide 48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26</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26.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name="Slide 483">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27</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27.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name="Slide 48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365760" y="109728"/>
            <a:ext cx="8686800" cy="329184"/>
          </a:xfrm>
          <a:prstGeom prst="rect">
            <a:avLst/>
          </a:prstGeom>
          <a:noFill/>
          <a:ln/>
        </p:spPr>
        <p:txBody>
          <a:bodyPr wrap="square" lIns="0" tIns="0" rIns="0" bIns="0" rtlCol="0" anchor="ctr"/>
          <a:lstStyle/>
          <a:p>
            <a:pPr indent="0" marL="0">
              <a:buNone/>
            </a:pPr>
            <a:r>
              <a:rPr lang="en-US" sz="2000" dirty="0">
                <a:solidFill>
                  <a:srgbClr val="1B3A4B"/>
                </a:solidFill>
                <a:latin typeface="Georgia" pitchFamily="34" charset="0"/>
                <a:ea typeface="Georgia" pitchFamily="34" charset="-122"/>
                <a:cs typeface="Georgia" pitchFamily="34" charset="-120"/>
              </a:rPr>
              <a:t>Q²-y 17    z-pT 28</a:t>
            </a:r>
            <a:endParaRPr lang="en-US" sz="2000" dirty="0"/>
          </a:p>
        </p:txBody>
      </p:sp>
      <p:sp>
        <p:nvSpPr>
          <p:cNvPr id="3" name="Text 1"/>
          <p:cNvSpPr/>
          <p:nvPr/>
        </p:nvSpPr>
        <p:spPr>
          <a:xfrm>
            <a:off x="9326880" y="146304"/>
            <a:ext cx="2468880" cy="274320"/>
          </a:xfrm>
          <a:prstGeom prst="rect">
            <a:avLst/>
          </a:prstGeom>
          <a:noFill/>
          <a:ln/>
        </p:spPr>
        <p:txBody>
          <a:bodyPr wrap="square" lIns="0" tIns="0" rIns="0" bIns="0" rtlCol="0" anchor="ctr"/>
          <a:lstStyle/>
          <a:p>
            <a:pPr algn="r" indent="0" marL="0">
              <a:buNone/>
            </a:pPr>
            <a:r>
              <a:rPr lang="en-US" sz="1400" dirty="0">
                <a:solidFill>
                  <a:srgbClr val="5E6A71"/>
                </a:solidFill>
                <a:latin typeface="Calibri" pitchFamily="34" charset="0"/>
                <a:ea typeface="Calibri" pitchFamily="34" charset="-122"/>
                <a:cs typeface="Calibri" pitchFamily="34" charset="-120"/>
              </a:rPr>
              <a:t>Unnormalized</a:t>
            </a:r>
            <a:endParaRPr lang="en-US" sz="1400" dirty="0"/>
          </a:p>
        </p:txBody>
      </p:sp>
      <p:pic>
        <p:nvPicPr>
          <p:cNvPr id="4" name="Image 0" descr="/Users/richardcapobianco/Desktop/Work_Offline.nosync/SIDIS_Analysis_CLAS12_RichCap/Prepare_Next_Iteration/Fit_Refinement/plots/3D_BC_RC_acc020_review/phi_h_png/Q2y17_zpt28.png">    </p:cNvPr>
          <p:cNvPicPr>
            <a:picLocks noChangeAspect="1"/>
          </p:cNvPicPr>
          <p:nvPr/>
        </p:nvPicPr>
        <p:blipFill>
          <a:blip r:embed="rId1"/>
          <a:stretch>
            <a:fillRect/>
          </a:stretch>
        </p:blipFill>
        <p:spPr>
          <a:xfrm>
            <a:off x="1787113" y="475488"/>
            <a:ext cx="8617469" cy="5989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484</Slides>
  <Notes>484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484</vt:i4>
      </vt:variant>
    </vt:vector>
  </HeadingPairs>
  <TitlesOfParts>
    <vt:vector size="4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Slide 316</vt:lpstr>
      <vt:lpstr>Slide 317</vt:lpstr>
      <vt:lpstr>Slide 318</vt:lpstr>
      <vt:lpstr>Slide 319</vt:lpstr>
      <vt:lpstr>Slide 320</vt:lpstr>
      <vt:lpstr>Slide 321</vt:lpstr>
      <vt:lpstr>Slide 322</vt:lpstr>
      <vt:lpstr>Slide 323</vt:lpstr>
      <vt:lpstr>Slide 324</vt:lpstr>
      <vt:lpstr>Slide 325</vt:lpstr>
      <vt:lpstr>Slide 326</vt:lpstr>
      <vt:lpstr>Slide 327</vt:lpstr>
      <vt:lpstr>Slide 328</vt:lpstr>
      <vt:lpstr>Slide 329</vt:lpstr>
      <vt:lpstr>Slide 330</vt:lpstr>
      <vt:lpstr>Slide 331</vt:lpstr>
      <vt:lpstr>Slide 332</vt:lpstr>
      <vt:lpstr>Slide 333</vt:lpstr>
      <vt:lpstr>Slide 334</vt:lpstr>
      <vt:lpstr>Slide 335</vt:lpstr>
      <vt:lpstr>Slide 336</vt:lpstr>
      <vt:lpstr>Slide 337</vt:lpstr>
      <vt:lpstr>Slide 338</vt:lpstr>
      <vt:lpstr>Slide 339</vt:lpstr>
      <vt:lpstr>Slide 340</vt:lpstr>
      <vt:lpstr>Slide 341</vt:lpstr>
      <vt:lpstr>Slide 342</vt:lpstr>
      <vt:lpstr>Slide 343</vt:lpstr>
      <vt:lpstr>Slide 344</vt:lpstr>
      <vt:lpstr>Slide 345</vt:lpstr>
      <vt:lpstr>Slide 346</vt:lpstr>
      <vt:lpstr>Slide 347</vt:lpstr>
      <vt:lpstr>Slide 348</vt:lpstr>
      <vt:lpstr>Slide 349</vt:lpstr>
      <vt:lpstr>Slide 350</vt:lpstr>
      <vt:lpstr>Slide 351</vt:lpstr>
      <vt:lpstr>Slide 352</vt:lpstr>
      <vt:lpstr>Slide 353</vt:lpstr>
      <vt:lpstr>Slide 354</vt:lpstr>
      <vt:lpstr>Slide 355</vt:lpstr>
      <vt:lpstr>Slide 356</vt:lpstr>
      <vt:lpstr>Slide 357</vt:lpstr>
      <vt:lpstr>Slide 358</vt:lpstr>
      <vt:lpstr>Slide 359</vt:lpstr>
      <vt:lpstr>Slide 360</vt:lpstr>
      <vt:lpstr>Slide 361</vt:lpstr>
      <vt:lpstr>Slide 362</vt:lpstr>
      <vt:lpstr>Slide 363</vt:lpstr>
      <vt:lpstr>Slide 364</vt:lpstr>
      <vt:lpstr>Slide 365</vt:lpstr>
      <vt:lpstr>Slide 366</vt:lpstr>
      <vt:lpstr>Slide 367</vt:lpstr>
      <vt:lpstr>Slide 368</vt:lpstr>
      <vt:lpstr>Slide 369</vt:lpstr>
      <vt:lpstr>Slide 370</vt:lpstr>
      <vt:lpstr>Slide 371</vt:lpstr>
      <vt:lpstr>Slide 372</vt:lpstr>
      <vt:lpstr>Slide 373</vt:lpstr>
      <vt:lpstr>Slide 374</vt:lpstr>
      <vt:lpstr>Slide 375</vt:lpstr>
      <vt:lpstr>Slide 376</vt:lpstr>
      <vt:lpstr>Slide 377</vt:lpstr>
      <vt:lpstr>Slide 378</vt:lpstr>
      <vt:lpstr>Slide 379</vt:lpstr>
      <vt:lpstr>Slide 380</vt:lpstr>
      <vt:lpstr>Slide 381</vt:lpstr>
      <vt:lpstr>Slide 382</vt:lpstr>
      <vt:lpstr>Slide 383</vt:lpstr>
      <vt:lpstr>Slide 384</vt:lpstr>
      <vt:lpstr>Slide 385</vt:lpstr>
      <vt:lpstr>Slide 386</vt:lpstr>
      <vt:lpstr>Slide 387</vt:lpstr>
      <vt:lpstr>Slide 388</vt:lpstr>
      <vt:lpstr>Slide 389</vt:lpstr>
      <vt:lpstr>Slide 390</vt:lpstr>
      <vt:lpstr>Slide 391</vt:lpstr>
      <vt:lpstr>Slide 392</vt:lpstr>
      <vt:lpstr>Slide 393</vt:lpstr>
      <vt:lpstr>Slide 394</vt:lpstr>
      <vt:lpstr>Slide 395</vt:lpstr>
      <vt:lpstr>Slide 396</vt:lpstr>
      <vt:lpstr>Slide 397</vt:lpstr>
      <vt:lpstr>Slide 398</vt:lpstr>
      <vt:lpstr>Slide 399</vt:lpstr>
      <vt:lpstr>Slide 400</vt:lpstr>
      <vt:lpstr>Slide 401</vt:lpstr>
      <vt:lpstr>Slide 402</vt:lpstr>
      <vt:lpstr>Slide 403</vt:lpstr>
      <vt:lpstr>Slide 404</vt:lpstr>
      <vt:lpstr>Slide 405</vt:lpstr>
      <vt:lpstr>Slide 406</vt:lpstr>
      <vt:lpstr>Slide 407</vt:lpstr>
      <vt:lpstr>Slide 408</vt:lpstr>
      <vt:lpstr>Slide 409</vt:lpstr>
      <vt:lpstr>Slide 410</vt:lpstr>
      <vt:lpstr>Slide 411</vt:lpstr>
      <vt:lpstr>Slide 412</vt:lpstr>
      <vt:lpstr>Slide 413</vt:lpstr>
      <vt:lpstr>Slide 414</vt:lpstr>
      <vt:lpstr>Slide 415</vt:lpstr>
      <vt:lpstr>Slide 416</vt:lpstr>
      <vt:lpstr>Slide 417</vt:lpstr>
      <vt:lpstr>Slide 418</vt:lpstr>
      <vt:lpstr>Slide 419</vt:lpstr>
      <vt:lpstr>Slide 420</vt:lpstr>
      <vt:lpstr>Slide 421</vt:lpstr>
      <vt:lpstr>Slide 422</vt:lpstr>
      <vt:lpstr>Slide 423</vt:lpstr>
      <vt:lpstr>Slide 424</vt:lpstr>
      <vt:lpstr>Slide 425</vt:lpstr>
      <vt:lpstr>Slide 426</vt:lpstr>
      <vt:lpstr>Slide 427</vt:lpstr>
      <vt:lpstr>Slide 428</vt:lpstr>
      <vt:lpstr>Slide 429</vt:lpstr>
      <vt:lpstr>Slide 430</vt:lpstr>
      <vt:lpstr>Slide 431</vt:lpstr>
      <vt:lpstr>Slide 432</vt:lpstr>
      <vt:lpstr>Slide 433</vt:lpstr>
      <vt:lpstr>Slide 434</vt:lpstr>
      <vt:lpstr>Slide 435</vt:lpstr>
      <vt:lpstr>Slide 436</vt:lpstr>
      <vt:lpstr>Slide 437</vt:lpstr>
      <vt:lpstr>Slide 438</vt:lpstr>
      <vt:lpstr>Slide 439</vt:lpstr>
      <vt:lpstr>Slide 440</vt:lpstr>
      <vt:lpstr>Slide 441</vt:lpstr>
      <vt:lpstr>Slide 442</vt:lpstr>
      <vt:lpstr>Slide 443</vt:lpstr>
      <vt:lpstr>Slide 444</vt:lpstr>
      <vt:lpstr>Slide 445</vt:lpstr>
      <vt:lpstr>Slide 446</vt:lpstr>
      <vt:lpstr>Slide 447</vt:lpstr>
      <vt:lpstr>Slide 448</vt:lpstr>
      <vt:lpstr>Slide 449</vt:lpstr>
      <vt:lpstr>Slide 450</vt:lpstr>
      <vt:lpstr>Slide 451</vt:lpstr>
      <vt:lpstr>Slide 452</vt:lpstr>
      <vt:lpstr>Slide 453</vt:lpstr>
      <vt:lpstr>Slide 454</vt:lpstr>
      <vt:lpstr>Slide 455</vt:lpstr>
      <vt:lpstr>Slide 456</vt:lpstr>
      <vt:lpstr>Slide 457</vt:lpstr>
      <vt:lpstr>Slide 458</vt:lpstr>
      <vt:lpstr>Slide 459</vt:lpstr>
      <vt:lpstr>Slide 460</vt:lpstr>
      <vt:lpstr>Slide 461</vt:lpstr>
      <vt:lpstr>Slide 462</vt:lpstr>
      <vt:lpstr>Slide 463</vt:lpstr>
      <vt:lpstr>Slide 464</vt:lpstr>
      <vt:lpstr>Slide 465</vt:lpstr>
      <vt:lpstr>Slide 466</vt:lpstr>
      <vt:lpstr>Slide 467</vt:lpstr>
      <vt:lpstr>Slide 468</vt:lpstr>
      <vt:lpstr>Slide 469</vt:lpstr>
      <vt:lpstr>Slide 470</vt:lpstr>
      <vt:lpstr>Slide 471</vt:lpstr>
      <vt:lpstr>Slide 472</vt:lpstr>
      <vt:lpstr>Slide 473</vt:lpstr>
      <vt:lpstr>Slide 474</vt:lpstr>
      <vt:lpstr>Slide 475</vt:lpstr>
      <vt:lpstr>Slide 476</vt:lpstr>
      <vt:lpstr>Slide 477</vt:lpstr>
      <vt:lpstr>Slide 478</vt:lpstr>
      <vt:lpstr>Slide 479</vt:lpstr>
      <vt:lpstr>Slide 480</vt:lpstr>
      <vt:lpstr>Slide 481</vt:lpstr>
      <vt:lpstr>Slide 482</vt:lpstr>
      <vt:lpstr>Slide 483</vt:lpstr>
      <vt:lpstr>Slide 484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BC+RC acc020 fit review</dc:title>
  <dc:subject>Fully corrected 3D unfolding fits and comparison with the July 2026 5D weights</dc:subject>
  <dc:creator>Richard Capobianco</dc:creator>
  <cp:lastModifiedBy>Richard Capobianco</cp:lastModifiedBy>
  <cp:revision>1</cp:revision>
  <dcterms:created xsi:type="dcterms:W3CDTF">2026-10-27T00:23:44Z</dcterms:created>
  <dcterms:modified xsi:type="dcterms:W3CDTF">2026-10-27T00:23:44Z</dcterms:modified>
</cp:coreProperties>
</file>